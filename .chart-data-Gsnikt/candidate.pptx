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9ed7fd84cdca4777"/><Relationship Type="http://schemas.openxmlformats.org/officeDocument/2006/relationships/extended-properties" Target="/docProps/app.xml" Id="R8bf9444e872345ee"/><Relationship Type="http://schemas.openxmlformats.org/officeDocument/2006/relationships/officeDocument" Target="/ppt/presentation.xml" Id="R17c383138ec24fbb"/></Relationships>
</file>

<file path=ppt/presentation.xml><?xml version="1.0" encoding="utf-8"?>
<p:presentation xmlns:p="http://schemas.openxmlformats.org/presentationml/2006/main">
  <p:sldMasterIdLst>
    <p:sldMasterId xmlns:r="http://schemas.openxmlformats.org/officeDocument/2006/relationships" id="2147483648" r:id="Ra4e692bb180c4095"/>
  </p:sldMasterIdLst>
  <p:notesMasterIdLst>
    <p:notesMasterId xmlns:r="http://schemas.openxmlformats.org/officeDocument/2006/relationships" r:id="Rd4f9fb572b11438e"/>
  </p:notesMasterIdLst>
  <p:sldIdLst>
    <p:sldId xmlns:r="http://schemas.openxmlformats.org/officeDocument/2006/relationships" id="256" r:id="R652b817cac9b4e6b"/>
    <p:sldId xmlns:r="http://schemas.openxmlformats.org/officeDocument/2006/relationships" id="257" r:id="R02b8cf4c8db84fe5"/>
    <p:sldId xmlns:r="http://schemas.openxmlformats.org/officeDocument/2006/relationships" id="258" r:id="Rf2be9d006df849f6"/>
    <p:sldId xmlns:r="http://schemas.openxmlformats.org/officeDocument/2006/relationships" id="259" r:id="Rac6c9de026f94a2c"/>
    <p:sldId xmlns:r="http://schemas.openxmlformats.org/officeDocument/2006/relationships" id="260" r:id="R747d160c54004dfc"/>
    <p:sldId xmlns:r="http://schemas.openxmlformats.org/officeDocument/2006/relationships" id="261" r:id="R8d6ea740723d48a5"/>
    <p:sldId xmlns:r="http://schemas.openxmlformats.org/officeDocument/2006/relationships" id="262" r:id="Rd64337aaa3424423"/>
    <p:sldId xmlns:r="http://schemas.openxmlformats.org/officeDocument/2006/relationships" id="263" r:id="Rfcf068abb6684c4c"/>
    <p:sldId xmlns:r="http://schemas.openxmlformats.org/officeDocument/2006/relationships" id="264" r:id="R9ac13b4236444bab"/>
    <p:sldId xmlns:r="http://schemas.openxmlformats.org/officeDocument/2006/relationships" id="265" r:id="R765eaf43753b445f"/>
    <p:sldId xmlns:r="http://schemas.openxmlformats.org/officeDocument/2006/relationships" id="266" r:id="Rbbce44dcc126470a"/>
    <p:sldId xmlns:r="http://schemas.openxmlformats.org/officeDocument/2006/relationships" id="267" r:id="R632cedeeb4274818"/>
    <p:sldId xmlns:r="http://schemas.openxmlformats.org/officeDocument/2006/relationships" id="268" r:id="Rf50f2be979e34c24"/>
    <p:sldId xmlns:r="http://schemas.openxmlformats.org/officeDocument/2006/relationships" id="269" r:id="Rf64bdee6e2c44ac6"/>
    <p:sldId xmlns:r="http://schemas.openxmlformats.org/officeDocument/2006/relationships" id="270" r:id="R9de98ad99ee64b81"/>
    <p:sldId xmlns:r="http://schemas.openxmlformats.org/officeDocument/2006/relationships" id="271" r:id="Raae61fcdda5946cf"/>
    <p:sldId xmlns:r="http://schemas.openxmlformats.org/officeDocument/2006/relationships" id="272" r:id="R86800272527949e8"/>
    <p:sldId xmlns:r="http://schemas.openxmlformats.org/officeDocument/2006/relationships" id="273" r:id="Rb1c74dabc32f40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d5b350d495364f52"/><Relationship Type="http://schemas.openxmlformats.org/officeDocument/2006/relationships/slideMaster" Target="/ppt/slideMasters/slideMaster1.xml" Id="Ra4e692bb180c4095"/><Relationship Type="http://schemas.openxmlformats.org/officeDocument/2006/relationships/notesMaster" Target="/ppt/notesMasters/notesMaster1.xml" Id="Rd4f9fb572b11438e"/><Relationship Type="http://schemas.openxmlformats.org/officeDocument/2006/relationships/presProps" Target="/ppt/presProps.xml" Id="Rdad4310567e9447f"/><Relationship Type="http://schemas.openxmlformats.org/officeDocument/2006/relationships/tableStyles" Target="/ppt/tableStyles.xml" Id="R4274fdc076cb4b24"/><Relationship Type="http://schemas.openxmlformats.org/officeDocument/2006/relationships/slide" Target="/ppt/slides/slide1.xml" Id="R652b817cac9b4e6b"/><Relationship Type="http://schemas.openxmlformats.org/officeDocument/2006/relationships/slide" Target="/ppt/slides/slide2.xml" Id="R02b8cf4c8db84fe5"/><Relationship Type="http://schemas.openxmlformats.org/officeDocument/2006/relationships/slide" Target="/ppt/slides/slide3.xml" Id="Rf2be9d006df849f6"/><Relationship Type="http://schemas.openxmlformats.org/officeDocument/2006/relationships/slide" Target="/ppt/slides/slide4.xml" Id="Rac6c9de026f94a2c"/><Relationship Type="http://schemas.openxmlformats.org/officeDocument/2006/relationships/slide" Target="/ppt/slides/slide5.xml" Id="R747d160c54004dfc"/><Relationship Type="http://schemas.openxmlformats.org/officeDocument/2006/relationships/slide" Target="/ppt/slides/slide6.xml" Id="R8d6ea740723d48a5"/><Relationship Type="http://schemas.openxmlformats.org/officeDocument/2006/relationships/slide" Target="/ppt/slides/slide7.xml" Id="Rd64337aaa3424423"/><Relationship Type="http://schemas.openxmlformats.org/officeDocument/2006/relationships/slide" Target="/ppt/slides/slide8.xml" Id="Rfcf068abb6684c4c"/><Relationship Type="http://schemas.openxmlformats.org/officeDocument/2006/relationships/slide" Target="/ppt/slides/slide9.xml" Id="R9ac13b4236444bab"/><Relationship Type="http://schemas.openxmlformats.org/officeDocument/2006/relationships/slide" Target="/ppt/slides/slide10.xml" Id="R765eaf43753b445f"/><Relationship Type="http://schemas.openxmlformats.org/officeDocument/2006/relationships/slide" Target="/ppt/slides/slide11.xml" Id="Rbbce44dcc126470a"/><Relationship Type="http://schemas.openxmlformats.org/officeDocument/2006/relationships/slide" Target="/ppt/slides/slide12.xml" Id="R632cedeeb4274818"/><Relationship Type="http://schemas.openxmlformats.org/officeDocument/2006/relationships/slide" Target="/ppt/slides/slide13.xml" Id="Rf50f2be979e34c24"/><Relationship Type="http://schemas.openxmlformats.org/officeDocument/2006/relationships/slide" Target="/ppt/slides/slide14.xml" Id="Rf64bdee6e2c44ac6"/><Relationship Type="http://schemas.openxmlformats.org/officeDocument/2006/relationships/slide" Target="/ppt/slides/slide15.xml" Id="R9de98ad99ee64b81"/><Relationship Type="http://schemas.openxmlformats.org/officeDocument/2006/relationships/slide" Target="/ppt/slides/slide16.xml" Id="Raae61fcdda5946cf"/><Relationship Type="http://schemas.openxmlformats.org/officeDocument/2006/relationships/slide" Target="/ppt/slides/slide17.xml" Id="R86800272527949e8"/><Relationship Type="http://schemas.openxmlformats.org/officeDocument/2006/relationships/slide" Target="/ppt/slides/slide18.xml" Id="Rb1c74dabc32f40f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4855949f3bde430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15739240cf2e4e1b"/><Relationship Type="http://schemas.openxmlformats.org/officeDocument/2006/relationships/notesMaster" Target="/ppt/notesMasters/notesMaster1.xml" Id="Read13de8f87f47a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ae62e8abe1db4a96"/><Relationship Type="http://schemas.openxmlformats.org/officeDocument/2006/relationships/notesMaster" Target="/ppt/notesMasters/notesMaster1.xml" Id="R54a80a5c0583470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4793c3e009fc452c"/><Relationship Type="http://schemas.openxmlformats.org/officeDocument/2006/relationships/notesMaster" Target="/ppt/notesMasters/notesMaster1.xml" Id="R1cfff5128588463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3eaf935bd9d4ba5"/><Relationship Type="http://schemas.openxmlformats.org/officeDocument/2006/relationships/notesMaster" Target="/ppt/notesMasters/notesMaster1.xml" Id="R4531f776839442d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9cc9e64a8914d97"/><Relationship Type="http://schemas.openxmlformats.org/officeDocument/2006/relationships/notesMaster" Target="/ppt/notesMasters/notesMaster1.xml" Id="R80c95e10016b4eb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394abe602bb48bb"/><Relationship Type="http://schemas.openxmlformats.org/officeDocument/2006/relationships/notesMaster" Target="/ppt/notesMasters/notesMaster1.xml" Id="R54733c3213ef4b9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aeff2844592458a"/><Relationship Type="http://schemas.openxmlformats.org/officeDocument/2006/relationships/notesMaster" Target="/ppt/notesMasters/notesMaster1.xml" Id="Ra12c1293f429454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6aaa9eff5094246"/><Relationship Type="http://schemas.openxmlformats.org/officeDocument/2006/relationships/notesMaster" Target="/ppt/notesMasters/notesMaster1.xml" Id="Rf67f52077b174dbf"/></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577a0daa892f418f"/><Relationship Type="http://schemas.openxmlformats.org/officeDocument/2006/relationships/notesMaster" Target="/ppt/notesMasters/notesMaster1.xml" Id="R81f4cf30042548a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bcc3160146df4ce6"/><Relationship Type="http://schemas.openxmlformats.org/officeDocument/2006/relationships/notesMaster" Target="/ppt/notesMasters/notesMaster1.xml" Id="R855c19ec3b5c49e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3cea9f1d60434b7d"/><Relationship Type="http://schemas.openxmlformats.org/officeDocument/2006/relationships/notesMaster" Target="/ppt/notesMasters/notesMaster1.xml" Id="R444ea47b9893439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7b410726de734ec0"/><Relationship Type="http://schemas.openxmlformats.org/officeDocument/2006/relationships/notesMaster" Target="/ppt/notesMasters/notesMaster1.xml" Id="Rd58b548159714128"/></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2796c5de3b64ca1"/><Relationship Type="http://schemas.openxmlformats.org/officeDocument/2006/relationships/notesMaster" Target="/ppt/notesMasters/notesMaster1.xml" Id="R26487be711f84621"/></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0490b3b28fd94654"/><Relationship Type="http://schemas.openxmlformats.org/officeDocument/2006/relationships/notesMaster" Target="/ppt/notesMasters/notesMaster1.xml" Id="Rdc93cfa9080342c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678b2e65cfc49e1"/><Relationship Type="http://schemas.openxmlformats.org/officeDocument/2006/relationships/notesMaster" Target="/ppt/notesMasters/notesMaster1.xml" Id="R24bcd3169fa845f4"/></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c682e57af3c4c78"/><Relationship Type="http://schemas.openxmlformats.org/officeDocument/2006/relationships/notesMaster" Target="/ppt/notesMasters/notesMaster1.xml" Id="R36f5cc0085544ff8"/></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e0b5226e790042e6"/><Relationship Type="http://schemas.openxmlformats.org/officeDocument/2006/relationships/notesMaster" Target="/ppt/notesMasters/notesMaster1.xml" Id="R749fd50fe2c8440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af5cef4947140f7"/><Relationship Type="http://schemas.openxmlformats.org/officeDocument/2006/relationships/notesMaster" Target="/ppt/notesMasters/notesMaster1.xml" Id="Rea8d666aa7fc4344"/></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f3e650fe4d34d90"/></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72ecea027b5f4595"/><Relationship Type="http://schemas.openxmlformats.org/officeDocument/2006/relationships/slideLayout" Target="/ppt/slideLayouts/slideLayout1.xml" Id="R3e633403aa5d4a3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633403aa5d4a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cd56bf3ddeb415f"/><Relationship Type="http://schemas.openxmlformats.org/officeDocument/2006/relationships/image" Target="/ppt/media/image.png" Id="R8a0a6a178b2e46c9"/><Relationship Type="http://schemas.openxmlformats.org/officeDocument/2006/relationships/notesSlide" Target="/ppt/notesSlides/notesSlide1.xml" Id="R5b78e13bbd4241d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e0891d7286e14646"/><Relationship Type="http://schemas.openxmlformats.org/officeDocument/2006/relationships/notesSlide" Target="/ppt/notesSlides/notesSlide2.xml" Id="Re1cd6bbfa1c54a4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b79f4d182134c59"/><Relationship Type="http://schemas.openxmlformats.org/officeDocument/2006/relationships/notesSlide" Target="/ppt/notesSlides/notesSlide3.xml" Id="R47f5c7fc19ac48b7"/></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41334c56b7d4836"/><Relationship Type="http://schemas.openxmlformats.org/officeDocument/2006/relationships/notesSlide" Target="/ppt/notesSlides/notesSlide4.xml" Id="Rb59c54ce0689496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c58c7c1ac45540ea"/><Relationship Type="http://schemas.openxmlformats.org/officeDocument/2006/relationships/notesSlide" Target="/ppt/notesSlides/notesSlide5.xml" Id="Rfc0f316582e6484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8c6b52b36ba487c"/><Relationship Type="http://schemas.openxmlformats.org/officeDocument/2006/relationships/chart" Target="/ppt/slides/charts/chart1.xml" Id="R9057163248ab479c"/><Relationship Type="http://schemas.openxmlformats.org/officeDocument/2006/relationships/notesSlide" Target="/ppt/notesSlides/notesSlide6.xml" Id="Rb341fbde9c65408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7706f322c4e4bd6"/><Relationship Type="http://schemas.openxmlformats.org/officeDocument/2006/relationships/notesSlide" Target="/ppt/notesSlides/notesSlide7.xml" Id="Rd37fc10737e348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1ac2c239d2c43ed"/><Relationship Type="http://schemas.openxmlformats.org/officeDocument/2006/relationships/chart" Target="/ppt/slides/charts/chart2.xml" Id="R0438f76a2c5841fe"/><Relationship Type="http://schemas.openxmlformats.org/officeDocument/2006/relationships/notesSlide" Target="/ppt/notesSlides/notesSlide8.xml" Id="R15e64f63033e472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d26b1ad7452496a"/><Relationship Type="http://schemas.openxmlformats.org/officeDocument/2006/relationships/chart" Target="/ppt/slides/charts/chart3.xml" Id="R491f49b3d80442a5"/><Relationship Type="http://schemas.openxmlformats.org/officeDocument/2006/relationships/notesSlide" Target="/ppt/notesSlides/notesSlide9.xml" Id="R25fb0ebe36c3495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76a6cb295f2c4fc2"/><Relationship Type="http://schemas.openxmlformats.org/officeDocument/2006/relationships/chart" Target="/ppt/slides/charts/chart4.xml" Id="R77c750de88ec4372"/><Relationship Type="http://schemas.openxmlformats.org/officeDocument/2006/relationships/notesSlide" Target="/ppt/notesSlides/notesSlide10.xml" Id="Re2b2fe17ee4a435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27a72aa89de74bef"/><Relationship Type="http://schemas.openxmlformats.org/officeDocument/2006/relationships/chart" Target="/ppt/slides/charts/chart5.xml" Id="R2c1e39ebc0bc4899"/><Relationship Type="http://schemas.openxmlformats.org/officeDocument/2006/relationships/notesSlide" Target="/ppt/notesSlides/notesSlide11.xml" Id="R1951f01fa3c6486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ececc2850a84065"/><Relationship Type="http://schemas.openxmlformats.org/officeDocument/2006/relationships/notesSlide" Target="/ppt/notesSlides/notesSlide12.xml" Id="R707a716d3bd24c0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5e53cc9f0e448f9"/><Relationship Type="http://schemas.openxmlformats.org/officeDocument/2006/relationships/notesSlide" Target="/ppt/notesSlides/notesSlide13.xml" Id="Rc666ff18c6be454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096d5e290b84278"/><Relationship Type="http://schemas.openxmlformats.org/officeDocument/2006/relationships/notesSlide" Target="/ppt/notesSlides/notesSlide14.xml" Id="Rc50d096b85dc460d"/></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84e445e6baff44ca"/><Relationship Type="http://schemas.openxmlformats.org/officeDocument/2006/relationships/notesSlide" Target="/ppt/notesSlides/notesSlide15.xml" Id="Rb981b59e208743a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25070c134244750"/><Relationship Type="http://schemas.openxmlformats.org/officeDocument/2006/relationships/notesSlide" Target="/ppt/notesSlides/notesSlide16.xml" Id="Rb6785d745b644d5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7ee7288a46064719"/><Relationship Type="http://schemas.openxmlformats.org/officeDocument/2006/relationships/notesSlide" Target="/ppt/notesSlides/notesSlide17.xml" Id="Rbbd1f6d73dc44a9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6fdad4ae8e6c4284"/><Relationship Type="http://schemas.openxmlformats.org/officeDocument/2006/relationships/notesSlide" Target="/ppt/notesSlides/notesSlide18.xml" Id="R1423034f7a42474c"/></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FACF4065-80FD-4985-A52F-E45694E2B76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0a6a178b2e46c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D182AA2A-D897-495C-A139-4398D185153C}"/>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1F935C59-BD20-4E79-9916-2E9CB4EADAF8}"/>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B283A48C-CEB7-4529-A959-40D6590146E9}"/>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D2C1339-D8B8-4AFB-BFC2-8EBB490C102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87D1F1D9-38F4-4EF5-8384-E7179A4885DB}"/>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967689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B2E62E2F-7E8C-4056-8CBA-CF61680FA1B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E45E8B8B-D041-4F2A-AB68-C130702A3BA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B39D08FC-99A0-46E4-82C8-9CF20E432537}"/>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B0BF5F04-C5A2-479B-BAFE-A1D12A9422B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640586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7902A3E5-01D2-4425-ABB4-980529A1511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B30474E9-CBD0-4C21-BF2B-B9ED8CD87B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9CD77CA6-757E-4415-BD1E-03F755D3A7A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265EEB5B-11B6-4FA9-92A7-876417307589}"/>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AA704A0-0CFC-41AB-A0D8-653DC88BBB0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8D6771EA-0D28-48A9-AD3B-00B9F4CFD9D0}"/>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E405D227-3097-4ABF-B99E-3AE28DA2063A}"/>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1248E637-D42B-42A3-8192-5AE8141DEFF7}"/>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7F24C823-AB44-4D89-8520-9897A1EC985A}"/>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B7543298-7015-4B10-AA06-EA7D54815EE6}"/>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88016C2C-7EF3-41B1-8D35-CBCF8598F274}"/>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F3D43ABA-D1DE-4732-A2F3-17E6501EAAC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8745016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6D0991F8-2795-4976-AED6-9A83A7DBA25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167B92D6-0039-4C8C-9230-C738AD0B9A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5F9557E4-71C3-4EE3-8D88-DC7AA6BECB58}"/>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AFA73298-DB00-4DF4-AD89-2261FC74AE69}"/>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7BC213B5-371B-45E7-8A3A-66BDD0B188D1}"/>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2F9A3A72-D8CB-4DED-AC93-CDB28F3D357C}"/>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8E8D9BA4-958F-4D0F-AF0B-9FD05F5E1B1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D0EF6DE6-2FF1-449F-A3D3-D6C4A65AC77C}"/>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106BAC0E-3E8F-4963-939D-8C496DEC7D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597598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90E0AE61-AE67-454A-8AE5-1E82210C245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E9594264-FE30-4A69-95C6-AB79EAF252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938E6B46-1051-47A5-9C9C-4C743ABF9E9B}"/>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DF375ECA-FB68-4FEB-B301-24EF67B47A8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3CBBA6EC-C77F-40D3-BE10-26268E5FBCC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4988BE4-D159-4C48-B19A-99B96DE1D38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B0A947F7-1B6E-45A8-8413-D19EEF4A86C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3C29D94E-0FAF-45A7-8C93-B7E4C5482C13}"/>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955FE514-57DA-4D2B-A95C-61B8DB2E42CE}"/>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42816288-24D5-42E5-B377-FF9F10998EA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05BDF0F8-CF39-4BEF-AFDF-E3307D9E73F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7857382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8D8E9516-1B0A-4FFF-ABBE-CD4147D3D05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ABC7F6E3-7838-4400-80FC-5270B110501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057163248ab479c"/>
          </a:graphicData>
        </a:graphic>
      </p:graphicFrame>
      <p:sp>
        <p:nvSpPr>
          <p:cNvPr id="4" name="E5 paired change: +0.391   95% CI [0.365, 0.417]">
            <a:extLst xmlns:a="http://schemas.openxmlformats.org/drawingml/2006/main">
              <a:ext uri="{FF2B5EF4-FFF2-40B4-BE49-F238E27FC236}">
                <a16:creationId xmlns:a16="http://schemas.microsoft.com/office/drawing/2014/main" id="{E981D62E-13FA-4F7B-AC4E-6BFD0A7D013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BBADF021-431B-4DDB-8A24-859BC707EB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847092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F0A3CF78-E753-48E3-95FA-D8219B6093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85AF5F1-A063-45E0-8EC3-CD8735A468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57563950-B310-4F30-8D4F-2162F2859D00}"/>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2575C674-D1EE-48D9-AA1E-552AD10EA3D5}"/>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FDF104FF-9031-47AF-A7C9-9C25B6B03CF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629D73D5-F492-4A57-B45B-7F2369A43703}"/>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866E3863-A364-42AE-9285-3C5C38E7E44C}"/>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36BF886E-CE81-40FD-BE0C-A259F6D2F20C}"/>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CE0EC48D-438E-478D-8384-BD4B9BDFAEB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9550880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774B27F-AAF2-4E30-80B9-84D2F833A5D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007B0DEF-921B-4455-A74D-6C518881110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0438f76a2c5841fe"/>
          </a:graphicData>
        </a:graphic>
      </p:graphicFrame>
      <p:sp>
        <p:nvSpPr>
          <p:cNvPr id="4" name="0.907">
            <a:extLst xmlns:a="http://schemas.openxmlformats.org/drawingml/2006/main">
              <a:ext uri="{FF2B5EF4-FFF2-40B4-BE49-F238E27FC236}">
                <a16:creationId xmlns:a16="http://schemas.microsoft.com/office/drawing/2014/main" id="{6703B91A-67CE-4EFA-8587-95612EB46A97}"/>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06763B3C-A94B-43AE-8AA8-743A41E34ED4}"/>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31DCC74-60D2-4C8A-9518-3387D15C89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564D4BEE-4533-4068-911F-C64EF6428673}"/>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948EF2A3-58B6-44C9-A1B1-DED8B459B658}"/>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2D185E44-589E-47BF-8D04-027E2112F4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14643724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0F2E33B2-2229-44A9-985C-4400E70A34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72682D55-48C0-4369-92E8-DF5BF1C4E0C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51E24B7E-1470-4E0A-BED8-6B9ECA7E8C18}"/>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491f49b3d80442a5"/>
          </a:graphicData>
        </a:graphic>
      </p:graphicFrame>
      <p:sp>
        <p:nvSpPr>
          <p:cNvPr id="5" name="451.5">
            <a:extLst xmlns:a="http://schemas.openxmlformats.org/drawingml/2006/main">
              <a:ext uri="{FF2B5EF4-FFF2-40B4-BE49-F238E27FC236}">
                <a16:creationId xmlns:a16="http://schemas.microsoft.com/office/drawing/2014/main" id="{3DDCB9E2-0728-40D9-B734-6740623E6CF1}"/>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52399D6B-D327-43EC-B619-0D0745BC1055}"/>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8A2224BD-C927-45DD-A122-A6B2C8617E66}"/>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CDC77B3C-AFFC-4AD9-AB26-293B1447C62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E85FDAF-4BC3-44C4-AC49-5F5F890692C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038754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9E8D93F0-D97F-4A1C-BDE5-F79EA6C8119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802E1A40-27AA-47B1-9E09-B74EEF63101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74EAC1C9-8395-4D93-9F71-985734ABE5E4}"/>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77c750de88ec4372"/>
          </a:graphicData>
        </a:graphic>
      </p:graphicFrame>
      <p:sp>
        <p:nvSpPr>
          <p:cNvPr id="5" name="K = 200: +0.0088   95% CI [0.0082, 0.0095]">
            <a:extLst xmlns:a="http://schemas.openxmlformats.org/drawingml/2006/main">
              <a:ext uri="{FF2B5EF4-FFF2-40B4-BE49-F238E27FC236}">
                <a16:creationId xmlns:a16="http://schemas.microsoft.com/office/drawing/2014/main" id="{3AD9D2F0-B2D4-4473-A59D-0A0B9EDAE8C2}"/>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4894950D-7BD9-4694-AC85-F1D8193458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843207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972BD97-71B8-4DE9-B459-588D0DB2749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A22996C9-4530-43DB-BAD8-1324DBCB25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491D79F1-D678-484A-BB60-263E8A3802A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c1e39ebc0bc4899"/>
          </a:graphicData>
        </a:graphic>
      </p:graphicFrame>
      <p:sp>
        <p:nvSpPr>
          <p:cNvPr id="5" name="14.4%">
            <a:extLst xmlns:a="http://schemas.openxmlformats.org/drawingml/2006/main">
              <a:ext uri="{FF2B5EF4-FFF2-40B4-BE49-F238E27FC236}">
                <a16:creationId xmlns:a16="http://schemas.microsoft.com/office/drawing/2014/main" id="{D1F5405B-2B69-46FE-AF4F-06ABC96FA2F9}"/>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B3CA690E-E19E-4904-A381-9F5CFAC5C9BA}"/>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6BE3A865-B111-4042-9A6F-961EC1C09447}"/>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C9901742-2B16-4A1D-AA48-25EB5521C50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B663F757-8D7E-490E-B6D9-587CFC000573}"/>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5429A5CD-65D0-4141-A9D4-A618D427227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5341252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A93603F4-EE0B-4C13-A52D-6E7FF22BBD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C0E50591-0A84-4FE2-8762-1A9343A867D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5A75D738-2AD7-40A7-AF81-ADBDF0A9CB67}"/>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75CBBFA-EED6-4A49-B415-AE1D753446F3}"/>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8F7A32D9-67B2-445D-90CA-0770903A93ED}"/>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E9C37D42-F6E9-4537-A875-35AACF0F9FE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733603572"/>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8DA7ECCE-EFF7-4202-99A4-E464C4F9EF0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461B154-0BDA-453A-A6F3-1A6E731EF9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ACF1EFA4-D15D-4CDF-9BD6-6414F87D62CC}"/>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AC4D4CF6-0CAE-4982-BC82-5D693953786A}"/>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9440592C-9D27-49B7-AF6C-61A4DE7578CC}"/>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DA8320F3-D878-4005-9F06-91848CA4476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40F90390-2B36-470A-81D3-8F280A9AB3C4}"/>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CFFB24DC-A8AE-4A8C-90CE-5098EF66A48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7CD9E4D7-3C69-4F00-981A-A9842C09B7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6194137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BBC5F434-91C2-4BFE-AB24-0F9CB454F9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D6AF9F1-C2E0-4D54-AB3C-9B15338F1BF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D8967E1-1A3A-4EED-91B9-9224BC0FCD1F}"/>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C5AEDFAA-3A5D-438C-B837-A156F210735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670055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4F8A2E8C-A0C8-45BB-869D-40C60B0651A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1373FE8D-EA0B-4040-9F68-36CBAA0B71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57994A05-0C2D-45A6-B6D2-546AB1A4257C}"/>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3FE21D3C-074E-4350-AF63-100EF1C55C5E}"/>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024BECDC-B711-49D4-9C5A-C1670A1A502B}"/>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22582400-FB01-435C-AF59-B94F8E06EDEE}"/>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90BBF896-B13B-43CD-B05C-BF6A5083CAC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41927B1F-8F6C-4A4E-A5DD-40F392A6893F}"/>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E028732B-17E5-4D27-B93C-0E19AEB080AB}"/>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608B28D-6692-412D-9DC2-6B38F5D4EFA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EA9B102C-8208-46EF-8EAB-DD0F8A6E4C35}"/>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1E40188F-8175-4E59-ACE5-A1338998FF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6081667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274E5C1-18D8-44FD-B6BB-C037903D45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DB18AB83-A990-476B-B360-E42FE06AB3C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9E29ADBC-5839-4623-9C61-4F3956235D5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005267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220E43D3-0834-41BA-89BA-666C0D88268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7EB3D5BA-B2E9-497F-B429-CE6E2C10A30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93E4A740-E3EA-47CB-840E-3ACCFF216809}"/>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4E0A9A33-0AA3-4694-B13A-4450084EFB65}"/>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FDEEC0ED-ACF3-474D-AD06-9C3C5B3B4FDD}"/>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6AAC4DD8-4688-4DB1-8D56-3FD3D041C5B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9994833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C7BC5590-4DA6-439F-8E47-22A3185F136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40BB6859-4643-4A58-BF2F-DA2C0599BD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9AC5AF9-217B-4CD6-9F96-BA768178D82D}"/>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8007542F-BAA0-4650-B6E3-399CF3C243C9}"/>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B5F43CDA-F955-41A2-B40D-BBDA8E36F6AB}"/>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2375B775-C86D-4E81-82EA-BAC20C40FB45}"/>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A27317A3-8B9B-4C54-8851-42B26813322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7445988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