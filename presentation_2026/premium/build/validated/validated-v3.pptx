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9f7553a3e29e437d"/><Relationship Type="http://schemas.openxmlformats.org/officeDocument/2006/relationships/extended-properties" Target="/docProps/app.xml" Id="Rd13e4bdd49e54c6c"/><Relationship Type="http://schemas.openxmlformats.org/officeDocument/2006/relationships/officeDocument" Target="/ppt/presentation.xml" Id="R7281836a3a5f4223"/></Relationships>
</file>

<file path=ppt/presentation.xml><?xml version="1.0" encoding="utf-8"?>
<p:presentation xmlns:p="http://schemas.openxmlformats.org/presentationml/2006/main">
  <p:sldMasterIdLst>
    <p:sldMasterId xmlns:r="http://schemas.openxmlformats.org/officeDocument/2006/relationships" id="2147483648" r:id="R39449bc27d394f14"/>
  </p:sldMasterIdLst>
  <p:notesMasterIdLst>
    <p:notesMasterId xmlns:r="http://schemas.openxmlformats.org/officeDocument/2006/relationships" r:id="R08c26d6fc1154dcb"/>
  </p:notesMasterIdLst>
  <p:sldIdLst>
    <p:sldId xmlns:r="http://schemas.openxmlformats.org/officeDocument/2006/relationships" id="256" r:id="Rfee85f5e2e254487"/>
    <p:sldId xmlns:r="http://schemas.openxmlformats.org/officeDocument/2006/relationships" id="257" r:id="Rdf31611afeaf4251"/>
    <p:sldId xmlns:r="http://schemas.openxmlformats.org/officeDocument/2006/relationships" id="258" r:id="R123d59dd9dc648e4"/>
    <p:sldId xmlns:r="http://schemas.openxmlformats.org/officeDocument/2006/relationships" id="259" r:id="R48784f93c4af4c3b"/>
    <p:sldId xmlns:r="http://schemas.openxmlformats.org/officeDocument/2006/relationships" id="260" r:id="R36f27a78dae44e93"/>
    <p:sldId xmlns:r="http://schemas.openxmlformats.org/officeDocument/2006/relationships" id="261" r:id="Rcb69a4e20ade494a"/>
    <p:sldId xmlns:r="http://schemas.openxmlformats.org/officeDocument/2006/relationships" id="262" r:id="R1d4a4e6e205c41fe"/>
    <p:sldId xmlns:r="http://schemas.openxmlformats.org/officeDocument/2006/relationships" id="263" r:id="Ref41eb8287694594"/>
    <p:sldId xmlns:r="http://schemas.openxmlformats.org/officeDocument/2006/relationships" id="264" r:id="R9644f734575043ef"/>
    <p:sldId xmlns:r="http://schemas.openxmlformats.org/officeDocument/2006/relationships" id="265" r:id="Rc1595db794da4a21"/>
    <p:sldId xmlns:r="http://schemas.openxmlformats.org/officeDocument/2006/relationships" id="266" r:id="R7400f7d18507437a"/>
    <p:sldId xmlns:r="http://schemas.openxmlformats.org/officeDocument/2006/relationships" id="267" r:id="R1cb237523db641ac"/>
    <p:sldId xmlns:r="http://schemas.openxmlformats.org/officeDocument/2006/relationships" id="268" r:id="R712a407ae483419b"/>
    <p:sldId xmlns:r="http://schemas.openxmlformats.org/officeDocument/2006/relationships" id="269" r:id="R8e40fb6c96684a40"/>
    <p:sldId xmlns:r="http://schemas.openxmlformats.org/officeDocument/2006/relationships" id="270" r:id="R2f337d500ee141c6"/>
    <p:sldId xmlns:r="http://schemas.openxmlformats.org/officeDocument/2006/relationships" id="271" r:id="R6ea4ec3d90094f8a"/>
    <p:sldId xmlns:r="http://schemas.openxmlformats.org/officeDocument/2006/relationships" id="272" r:id="R0735e3a00ce74085"/>
    <p:sldId xmlns:r="http://schemas.openxmlformats.org/officeDocument/2006/relationships" id="273" r:id="R21886598ea774b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08b549d9a434d6c"/><Relationship Type="http://schemas.openxmlformats.org/officeDocument/2006/relationships/slideMaster" Target="/ppt/slideMasters/slideMaster1.xml" Id="R39449bc27d394f14"/><Relationship Type="http://schemas.openxmlformats.org/officeDocument/2006/relationships/notesMaster" Target="/ppt/notesMasters/notesMaster1.xml" Id="R08c26d6fc1154dcb"/><Relationship Type="http://schemas.openxmlformats.org/officeDocument/2006/relationships/presProps" Target="/ppt/presProps.xml" Id="R8c0c72aa372045f9"/><Relationship Type="http://schemas.openxmlformats.org/officeDocument/2006/relationships/tableStyles" Target="/ppt/tableStyles.xml" Id="Rca9f14c008e54b87"/><Relationship Type="http://schemas.openxmlformats.org/officeDocument/2006/relationships/slide" Target="/ppt/slides/slide1.xml" Id="Rfee85f5e2e254487"/><Relationship Type="http://schemas.openxmlformats.org/officeDocument/2006/relationships/slide" Target="/ppt/slides/slide2.xml" Id="Rdf31611afeaf4251"/><Relationship Type="http://schemas.openxmlformats.org/officeDocument/2006/relationships/slide" Target="/ppt/slides/slide3.xml" Id="R123d59dd9dc648e4"/><Relationship Type="http://schemas.openxmlformats.org/officeDocument/2006/relationships/slide" Target="/ppt/slides/slide4.xml" Id="R48784f93c4af4c3b"/><Relationship Type="http://schemas.openxmlformats.org/officeDocument/2006/relationships/slide" Target="/ppt/slides/slide5.xml" Id="R36f27a78dae44e93"/><Relationship Type="http://schemas.openxmlformats.org/officeDocument/2006/relationships/slide" Target="/ppt/slides/slide6.xml" Id="Rcb69a4e20ade494a"/><Relationship Type="http://schemas.openxmlformats.org/officeDocument/2006/relationships/slide" Target="/ppt/slides/slide7.xml" Id="R1d4a4e6e205c41fe"/><Relationship Type="http://schemas.openxmlformats.org/officeDocument/2006/relationships/slide" Target="/ppt/slides/slide8.xml" Id="Ref41eb8287694594"/><Relationship Type="http://schemas.openxmlformats.org/officeDocument/2006/relationships/slide" Target="/ppt/slides/slide9.xml" Id="R9644f734575043ef"/><Relationship Type="http://schemas.openxmlformats.org/officeDocument/2006/relationships/slide" Target="/ppt/slides/slide10.xml" Id="Rc1595db794da4a21"/><Relationship Type="http://schemas.openxmlformats.org/officeDocument/2006/relationships/slide" Target="/ppt/slides/slide11.xml" Id="R7400f7d18507437a"/><Relationship Type="http://schemas.openxmlformats.org/officeDocument/2006/relationships/slide" Target="/ppt/slides/slide12.xml" Id="R1cb237523db641ac"/><Relationship Type="http://schemas.openxmlformats.org/officeDocument/2006/relationships/slide" Target="/ppt/slides/slide13.xml" Id="R712a407ae483419b"/><Relationship Type="http://schemas.openxmlformats.org/officeDocument/2006/relationships/slide" Target="/ppt/slides/slide14.xml" Id="R8e40fb6c96684a40"/><Relationship Type="http://schemas.openxmlformats.org/officeDocument/2006/relationships/slide" Target="/ppt/slides/slide15.xml" Id="R2f337d500ee141c6"/><Relationship Type="http://schemas.openxmlformats.org/officeDocument/2006/relationships/slide" Target="/ppt/slides/slide16.xml" Id="R6ea4ec3d90094f8a"/><Relationship Type="http://schemas.openxmlformats.org/officeDocument/2006/relationships/slide" Target="/ppt/slides/slide17.xml" Id="R0735e3a00ce74085"/><Relationship Type="http://schemas.openxmlformats.org/officeDocument/2006/relationships/slide" Target="/ppt/slides/slide18.xml" Id="R21886598ea774b5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03c56c1ff084bb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bda8f963bf8d47be"/><Relationship Type="http://schemas.openxmlformats.org/officeDocument/2006/relationships/notesMaster" Target="/ppt/notesMasters/notesMaster1.xml" Id="Ra2d41e87c164462c"/></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709044ad3c415f"/><Relationship Type="http://schemas.openxmlformats.org/officeDocument/2006/relationships/notesMaster" Target="/ppt/notesMasters/notesMaster1.xml" Id="Re85cbe83367d477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effb11517a94ddf"/><Relationship Type="http://schemas.openxmlformats.org/officeDocument/2006/relationships/notesMaster" Target="/ppt/notesMasters/notesMaster1.xml" Id="Rf7f7c9828f51423f"/></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363e367fc1cf420c"/><Relationship Type="http://schemas.openxmlformats.org/officeDocument/2006/relationships/notesMaster" Target="/ppt/notesMasters/notesMaster1.xml" Id="Re3fab0f80029442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58d5ea746994b7d"/><Relationship Type="http://schemas.openxmlformats.org/officeDocument/2006/relationships/notesMaster" Target="/ppt/notesMasters/notesMaster1.xml" Id="R2620cea0a3414be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eaf66dccb7f4a65"/><Relationship Type="http://schemas.openxmlformats.org/officeDocument/2006/relationships/notesMaster" Target="/ppt/notesMasters/notesMaster1.xml" Id="R11ffcf6c6ec64d5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f44ad2427f6459e"/><Relationship Type="http://schemas.openxmlformats.org/officeDocument/2006/relationships/notesMaster" Target="/ppt/notesMasters/notesMaster1.xml" Id="Rc3f55992c001417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241fea05ccc4652"/><Relationship Type="http://schemas.openxmlformats.org/officeDocument/2006/relationships/notesMaster" Target="/ppt/notesMasters/notesMaster1.xml" Id="R961799fbee15441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d087ea3619b40b3"/><Relationship Type="http://schemas.openxmlformats.org/officeDocument/2006/relationships/notesMaster" Target="/ppt/notesMasters/notesMaster1.xml" Id="Raf9692cc252c4ba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1df3e1b88084741"/><Relationship Type="http://schemas.openxmlformats.org/officeDocument/2006/relationships/notesMaster" Target="/ppt/notesMasters/notesMaster1.xml" Id="R178a0ceebda24eb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9d3582441214e9b"/><Relationship Type="http://schemas.openxmlformats.org/officeDocument/2006/relationships/notesMaster" Target="/ppt/notesMasters/notesMaster1.xml" Id="Rc77a41cd389741b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37418a23785a4168"/><Relationship Type="http://schemas.openxmlformats.org/officeDocument/2006/relationships/notesMaster" Target="/ppt/notesMasters/notesMaster1.xml" Id="Rec1434af9cf34de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caf8af142bd46de"/><Relationship Type="http://schemas.openxmlformats.org/officeDocument/2006/relationships/notesMaster" Target="/ppt/notesMasters/notesMaster1.xml" Id="R43839f487f8b40f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c33f86da46a4c40"/><Relationship Type="http://schemas.openxmlformats.org/officeDocument/2006/relationships/notesMaster" Target="/ppt/notesMasters/notesMaster1.xml" Id="R8afbc76c36bd4a5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0729948c6ec469e"/><Relationship Type="http://schemas.openxmlformats.org/officeDocument/2006/relationships/notesMaster" Target="/ppt/notesMasters/notesMaster1.xml" Id="Ra7cd7d522dfb48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a5dcb68fa734619"/><Relationship Type="http://schemas.openxmlformats.org/officeDocument/2006/relationships/notesMaster" Target="/ppt/notesMasters/notesMaster1.xml" Id="Reb1008143b7a4c20"/></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9ad92d65e4c4292"/><Relationship Type="http://schemas.openxmlformats.org/officeDocument/2006/relationships/notesMaster" Target="/ppt/notesMasters/notesMaster1.xml" Id="Rf78f55298fc5486c"/></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c7f1fc9ea6642a0"/><Relationship Type="http://schemas.openxmlformats.org/officeDocument/2006/relationships/notesMaster" Target="/ppt/notesMasters/notesMaster1.xml" Id="R1f0ce42c516c438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cba50a23bcc485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6ac140d6c524fb7"/><Relationship Type="http://schemas.openxmlformats.org/officeDocument/2006/relationships/slideLayout" Target="/ppt/slideLayouts/slideLayout1.xml" Id="R4d56fe9a385a4d3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6fe9a385a4d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568feff299f64add"/><Relationship Type="http://schemas.openxmlformats.org/officeDocument/2006/relationships/image" Target="/ppt/media/image.png" Id="R54301f7932164f94"/><Relationship Type="http://schemas.openxmlformats.org/officeDocument/2006/relationships/notesSlide" Target="/ppt/notesSlides/notesSlide1.xml" Id="R30757522f7e248d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f5aa89476049a4"/><Relationship Type="http://schemas.openxmlformats.org/officeDocument/2006/relationships/notesSlide" Target="/ppt/notesSlides/notesSlide2.xml" Id="R0e8eb52da9b44d0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35db0853e744b7c"/><Relationship Type="http://schemas.openxmlformats.org/officeDocument/2006/relationships/notesSlide" Target="/ppt/notesSlides/notesSlide3.xml" Id="R43c497deb147480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b1bb8f2f9f41a9"/><Relationship Type="http://schemas.openxmlformats.org/officeDocument/2006/relationships/notesSlide" Target="/ppt/notesSlides/notesSlide4.xml" Id="Rda3b99feaec841b3"/></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a5efae7b5b84d03"/><Relationship Type="http://schemas.openxmlformats.org/officeDocument/2006/relationships/notesSlide" Target="/ppt/notesSlides/notesSlide5.xml" Id="Rd4288871d9b54fc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79f4f828ca6f4da7"/><Relationship Type="http://schemas.openxmlformats.org/officeDocument/2006/relationships/chart" Target="/ppt/slides/charts/chart1.xml" Id="Rcc21ca99c06049f1"/><Relationship Type="http://schemas.openxmlformats.org/officeDocument/2006/relationships/notesSlide" Target="/ppt/notesSlides/notesSlide6.xml" Id="R0fb77649adf1482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aa4b936f99ff455c"/><Relationship Type="http://schemas.openxmlformats.org/officeDocument/2006/relationships/notesSlide" Target="/ppt/notesSlides/notesSlide7.xml" Id="Ra9d91d89129a466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f7a330b492124b90"/><Relationship Type="http://schemas.openxmlformats.org/officeDocument/2006/relationships/chart" Target="/ppt/slides/charts/chart2.xml" Id="Ra8ae93f2ab7f4ad0"/><Relationship Type="http://schemas.openxmlformats.org/officeDocument/2006/relationships/notesSlide" Target="/ppt/notesSlides/notesSlide8.xml" Id="Reead38ddbbbc4c84"/></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48c6e7f37d84c4e"/><Relationship Type="http://schemas.openxmlformats.org/officeDocument/2006/relationships/chart" Target="/ppt/slides/charts/chart3.xml" Id="R0370c2ea5be64c26"/><Relationship Type="http://schemas.openxmlformats.org/officeDocument/2006/relationships/notesSlide" Target="/ppt/notesSlides/notesSlide9.xml" Id="Rd6c79f17d73c4b1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4a4d07461e0346ef"/><Relationship Type="http://schemas.openxmlformats.org/officeDocument/2006/relationships/chart" Target="/ppt/slides/charts/chart4.xml" Id="Rb91861c2c4be425a"/><Relationship Type="http://schemas.openxmlformats.org/officeDocument/2006/relationships/notesSlide" Target="/ppt/notesSlides/notesSlide10.xml" Id="R6597996990874b3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935726e6cbb4455"/><Relationship Type="http://schemas.openxmlformats.org/officeDocument/2006/relationships/chart" Target="/ppt/slides/charts/chart5.xml" Id="R019813b7a5ee4190"/><Relationship Type="http://schemas.openxmlformats.org/officeDocument/2006/relationships/notesSlide" Target="/ppt/notesSlides/notesSlide11.xml" Id="R081c88ec60b14e0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bfe3df865064d57"/><Relationship Type="http://schemas.openxmlformats.org/officeDocument/2006/relationships/notesSlide" Target="/ppt/notesSlides/notesSlide12.xml" Id="R1482ee46047c4fa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463df86b08af453f"/><Relationship Type="http://schemas.openxmlformats.org/officeDocument/2006/relationships/notesSlide" Target="/ppt/notesSlides/notesSlide13.xml" Id="R96731a1aed1a4e0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d873113d25a74610"/><Relationship Type="http://schemas.openxmlformats.org/officeDocument/2006/relationships/notesSlide" Target="/ppt/notesSlides/notesSlide14.xml" Id="Rf68d6e866fe24f0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aadda79bb7048e8"/><Relationship Type="http://schemas.openxmlformats.org/officeDocument/2006/relationships/notesSlide" Target="/ppt/notesSlides/notesSlide15.xml" Id="Rad5bff28590e490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a85c6729bd6c46cf"/><Relationship Type="http://schemas.openxmlformats.org/officeDocument/2006/relationships/notesSlide" Target="/ppt/notesSlides/notesSlide16.xml" Id="Ra6ec4830fd6348e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3e0af25173f4658"/><Relationship Type="http://schemas.openxmlformats.org/officeDocument/2006/relationships/notesSlide" Target="/ppt/notesSlides/notesSlide17.xml" Id="R48c27720f24c468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7bea4e019804459"/><Relationship Type="http://schemas.openxmlformats.org/officeDocument/2006/relationships/notesSlide" Target="/ppt/notesSlides/notesSlide18.xml" Id="Re6c3942e607c4783"/></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Ref>
              <c:f>'Chart Data'!$A$2:$A$3</c:f>
              <c:numCache>
                <c:formatCode>General</c:formatCode>
                <c:ptCount val="2"/>
                <c:pt idx="0">
                  <c:v>0</c:v>
                </c:pt>
                <c:pt idx="1">
                  <c:v>1</c:v>
                </c:pt>
              </c:numCache>
            </c:numRef>
          </c:xVal>
          <c:yVal>
            <c:numRef>
              <c:f>'Chart Data'!$B$2:$B$3</c:f>
              <c:numCache>
                <c:formatCode>0.000</c:formatCode>
                <c:ptCount val="2"/>
                <c:pt idx="0">
                  <c:v>0</c:v>
                </c:pt>
                <c:pt idx="1">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Ref>
              <c:f>'Chart Data'!$E$2:$E$2</c:f>
              <c:numCache>
                <c:formatCode>General</c:formatCode>
                <c:ptCount val="1"/>
                <c:pt idx="0">
                  <c:v>0.28017719</c:v>
                </c:pt>
              </c:numCache>
            </c:numRef>
          </c:xVal>
          <c:yVal>
            <c:numRef>
              <c:f>'Chart Data'!$F$2:$F$2</c:f>
              <c:numCache>
                <c:formatCode>0.000</c:formatCode>
                <c:ptCount val="1"/>
                <c:pt idx="0">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Data'!$A$2:$A$3</c:f>
              <c:numCache>
                <c:formatCode>General</c:formatCode>
                <c:ptCount val="2"/>
                <c:pt idx="0">
                  <c:v>0</c:v>
                </c:pt>
                <c:pt idx="1">
                  <c:v>210</c:v>
                </c:pt>
              </c:numCache>
            </c:numRef>
          </c:xVal>
          <c:yVal>
            <c:numRef>
              <c:f>'Chart Data'!$B$2:$B$3</c:f>
              <c:numCache>
                <c:formatCode>0.000</c:formatCode>
                <c:ptCount val="2"/>
                <c:pt idx="0">
                  <c:v>0</c:v>
                </c:pt>
                <c:pt idx="1">
                  <c:v>0</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Data'!$C$2:$C$3</c:f>
              <c:numCache>
                <c:formatCode>General</c:formatCode>
                <c:ptCount val="2"/>
                <c:pt idx="0">
                  <c:v>10</c:v>
                </c:pt>
                <c:pt idx="1">
                  <c:v>10</c:v>
                </c:pt>
              </c:numCache>
            </c:numRef>
          </c:xVal>
          <c:yVal>
            <c:numRef>
              <c:f>'Chart Data'!$D$2:$D$3</c:f>
              <c:numCache>
                <c:formatCode>0.000</c:formatCode>
                <c:ptCount val="2"/>
                <c:pt idx="0">
                  <c:v>-0.02023617</c:v>
                </c:pt>
                <c:pt idx="1">
                  <c:v>-0.01882729</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Data'!$E$2:$E$3</c:f>
              <c:numCache>
                <c:formatCode>General</c:formatCode>
                <c:ptCount val="2"/>
                <c:pt idx="0">
                  <c:v>30</c:v>
                </c:pt>
                <c:pt idx="1">
                  <c:v>30</c:v>
                </c:pt>
              </c:numCache>
            </c:numRef>
          </c:xVal>
          <c:yVal>
            <c:numRef>
              <c:f>'Chart Data'!$F$2:$F$3</c:f>
              <c:numCache>
                <c:formatCode>0.000</c:formatCode>
                <c:ptCount val="2"/>
                <c:pt idx="0">
                  <c:v>0.01021579</c:v>
                </c:pt>
                <c:pt idx="1">
                  <c:v>0.01150741</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Data'!$G$2:$G$3</c:f>
              <c:numCache>
                <c:formatCode>General</c:formatCode>
                <c:ptCount val="2"/>
                <c:pt idx="0">
                  <c:v>50</c:v>
                </c:pt>
                <c:pt idx="1">
                  <c:v>50</c:v>
                </c:pt>
              </c:numCache>
            </c:numRef>
          </c:xVal>
          <c:yVal>
            <c:numRef>
              <c:f>'Chart Data'!$H$2:$H$3</c:f>
              <c:numCache>
                <c:formatCode>0.000</c:formatCode>
                <c:ptCount val="2"/>
                <c:pt idx="0">
                  <c:v>0.00784398</c:v>
                </c:pt>
                <c:pt idx="1">
                  <c:v>0.00925389</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Data'!$I$2:$I$3</c:f>
              <c:numCache>
                <c:formatCode>General</c:formatCode>
                <c:ptCount val="2"/>
                <c:pt idx="0">
                  <c:v>100</c:v>
                </c:pt>
                <c:pt idx="1">
                  <c:v>100</c:v>
                </c:pt>
              </c:numCache>
            </c:numRef>
          </c:xVal>
          <c:yVal>
            <c:numRef>
              <c:f>'Chart Data'!$J$2:$J$3</c:f>
              <c:numCache>
                <c:formatCode>0.000</c:formatCode>
                <c:ptCount val="2"/>
                <c:pt idx="0">
                  <c:v>0.00701006</c:v>
                </c:pt>
                <c:pt idx="1">
                  <c:v>0.00843288</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Data'!$K$2:$K$3</c:f>
              <c:numCache>
                <c:formatCode>General</c:formatCode>
                <c:ptCount val="2"/>
                <c:pt idx="0">
                  <c:v>200</c:v>
                </c:pt>
                <c:pt idx="1">
                  <c:v>200</c:v>
                </c:pt>
              </c:numCache>
            </c:numRef>
          </c:xVal>
          <c:yVal>
            <c:numRef>
              <c:f>'Chart Data'!$L$2:$L$3</c:f>
              <c:numCache>
                <c:formatCode>0.000</c:formatCode>
                <c:ptCount val="2"/>
                <c:pt idx="0">
                  <c:v>0.0081588</c:v>
                </c:pt>
                <c:pt idx="1">
                  <c:v>0.00953703</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Data'!$M$2:$M$3</c:f>
              <c:numCache>
                <c:formatCode>General</c:formatCode>
                <c:ptCount val="2"/>
                <c:pt idx="0">
                  <c:v>8.6</c:v>
                </c:pt>
                <c:pt idx="1">
                  <c:v>11.4</c:v>
                </c:pt>
              </c:numCache>
            </c:numRef>
          </c:xVal>
          <c:yVal>
            <c:numRef>
              <c:f>'Chart Data'!$N$2:$N$3</c:f>
              <c:numCache>
                <c:formatCode>0.000</c:formatCode>
                <c:ptCount val="2"/>
                <c:pt idx="0">
                  <c:v>-0.02023617</c:v>
                </c:pt>
                <c:pt idx="1">
                  <c:v>-0.02023617</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Data'!$O$2:$O$3</c:f>
              <c:numCache>
                <c:formatCode>General</c:formatCode>
                <c:ptCount val="2"/>
                <c:pt idx="0">
                  <c:v>8.6</c:v>
                </c:pt>
                <c:pt idx="1">
                  <c:v>11.4</c:v>
                </c:pt>
              </c:numCache>
            </c:numRef>
          </c:xVal>
          <c:yVal>
            <c:numRef>
              <c:f>'Chart Data'!$P$2:$P$3</c:f>
              <c:numCache>
                <c:formatCode>0.000</c:formatCode>
                <c:ptCount val="2"/>
                <c:pt idx="0">
                  <c:v>-0.01882729</c:v>
                </c:pt>
                <c:pt idx="1">
                  <c:v>-0.01882729</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Data'!$Q$2:$Q$3</c:f>
              <c:numCache>
                <c:formatCode>General</c:formatCode>
                <c:ptCount val="2"/>
                <c:pt idx="0">
                  <c:v>28.6</c:v>
                </c:pt>
                <c:pt idx="1">
                  <c:v>31.4</c:v>
                </c:pt>
              </c:numCache>
            </c:numRef>
          </c:xVal>
          <c:yVal>
            <c:numRef>
              <c:f>'Chart Data'!$R$2:$R$3</c:f>
              <c:numCache>
                <c:formatCode>0.000</c:formatCode>
                <c:ptCount val="2"/>
                <c:pt idx="0">
                  <c:v>0.01021579</c:v>
                </c:pt>
                <c:pt idx="1">
                  <c:v>0.01021579</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Data'!$S$2:$S$3</c:f>
              <c:numCache>
                <c:formatCode>General</c:formatCode>
                <c:ptCount val="2"/>
                <c:pt idx="0">
                  <c:v>28.6</c:v>
                </c:pt>
                <c:pt idx="1">
                  <c:v>31.4</c:v>
                </c:pt>
              </c:numCache>
            </c:numRef>
          </c:xVal>
          <c:yVal>
            <c:numRef>
              <c:f>'Chart Data'!$T$2:$T$3</c:f>
              <c:numCache>
                <c:formatCode>0.000</c:formatCode>
                <c:ptCount val="2"/>
                <c:pt idx="0">
                  <c:v>0.01150741</c:v>
                </c:pt>
                <c:pt idx="1">
                  <c:v>0.01150741</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Data'!$U$2:$U$3</c:f>
              <c:numCache>
                <c:formatCode>General</c:formatCode>
                <c:ptCount val="2"/>
                <c:pt idx="0">
                  <c:v>48.6</c:v>
                </c:pt>
                <c:pt idx="1">
                  <c:v>51.4</c:v>
                </c:pt>
              </c:numCache>
            </c:numRef>
          </c:xVal>
          <c:yVal>
            <c:numRef>
              <c:f>'Chart Data'!$V$2:$V$3</c:f>
              <c:numCache>
                <c:formatCode>0.000</c:formatCode>
                <c:ptCount val="2"/>
                <c:pt idx="0">
                  <c:v>0.00784398</c:v>
                </c:pt>
                <c:pt idx="1">
                  <c:v>0.00784398</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Data'!$W$2:$W$3</c:f>
              <c:numCache>
                <c:formatCode>General</c:formatCode>
                <c:ptCount val="2"/>
                <c:pt idx="0">
                  <c:v>48.6</c:v>
                </c:pt>
                <c:pt idx="1">
                  <c:v>51.4</c:v>
                </c:pt>
              </c:numCache>
            </c:numRef>
          </c:xVal>
          <c:yVal>
            <c:numRef>
              <c:f>'Chart Data'!$X$2:$X$3</c:f>
              <c:numCache>
                <c:formatCode>0.000</c:formatCode>
                <c:ptCount val="2"/>
                <c:pt idx="0">
                  <c:v>0.00925389</c:v>
                </c:pt>
                <c:pt idx="1">
                  <c:v>0.00925389</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Data'!$Y$2:$Y$3</c:f>
              <c:numCache>
                <c:formatCode>General</c:formatCode>
                <c:ptCount val="2"/>
                <c:pt idx="0">
                  <c:v>98.6</c:v>
                </c:pt>
                <c:pt idx="1">
                  <c:v>101.4</c:v>
                </c:pt>
              </c:numCache>
            </c:numRef>
          </c:xVal>
          <c:yVal>
            <c:numRef>
              <c:f>'Chart Data'!$Z$2:$Z$3</c:f>
              <c:numCache>
                <c:formatCode>0.000</c:formatCode>
                <c:ptCount val="2"/>
                <c:pt idx="0">
                  <c:v>0.00701006</c:v>
                </c:pt>
                <c:pt idx="1">
                  <c:v>0.00701006</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Data'!$AA$2:$AA$3</c:f>
              <c:numCache>
                <c:formatCode>General</c:formatCode>
                <c:ptCount val="2"/>
                <c:pt idx="0">
                  <c:v>98.6</c:v>
                </c:pt>
                <c:pt idx="1">
                  <c:v>101.4</c:v>
                </c:pt>
              </c:numCache>
            </c:numRef>
          </c:xVal>
          <c:yVal>
            <c:numRef>
              <c:f>'Chart Data'!$AB$2:$AB$3</c:f>
              <c:numCache>
                <c:formatCode>0.000</c:formatCode>
                <c:ptCount val="2"/>
                <c:pt idx="0">
                  <c:v>0.00843288</c:v>
                </c:pt>
                <c:pt idx="1">
                  <c:v>0.00843288</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Data'!$AC$2:$AC$3</c:f>
              <c:numCache>
                <c:formatCode>General</c:formatCode>
                <c:ptCount val="2"/>
                <c:pt idx="0">
                  <c:v>198.6</c:v>
                </c:pt>
                <c:pt idx="1">
                  <c:v>201.4</c:v>
                </c:pt>
              </c:numCache>
            </c:numRef>
          </c:xVal>
          <c:yVal>
            <c:numRef>
              <c:f>'Chart Data'!$AD$2:$AD$3</c:f>
              <c:numCache>
                <c:formatCode>0.000</c:formatCode>
                <c:ptCount val="2"/>
                <c:pt idx="0">
                  <c:v>0.0081588</c:v>
                </c:pt>
                <c:pt idx="1">
                  <c:v>0.0081588</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Data'!$AE$2:$AE$3</c:f>
              <c:numCache>
                <c:formatCode>General</c:formatCode>
                <c:ptCount val="2"/>
                <c:pt idx="0">
                  <c:v>198.6</c:v>
                </c:pt>
                <c:pt idx="1">
                  <c:v>201.4</c:v>
                </c:pt>
              </c:numCache>
            </c:numRef>
          </c:xVal>
          <c:yVal>
            <c:numRef>
              <c:f>'Chart Data'!$AF$2:$AF$3</c:f>
              <c:numCache>
                <c:formatCode>0.000</c:formatCode>
                <c:ptCount val="2"/>
                <c:pt idx="0">
                  <c:v>0.00953703</c:v>
                </c:pt>
                <c:pt idx="1">
                  <c:v>0.00953703</c:v>
                </c:pt>
              </c:numCache>
            </c:numRef>
          </c:yVal>
          <c:smooth val="0"/>
        </c:ser>
        <c:ser>
          <c:idx val="16"/>
          <c:order val="16"/>
          <c:tx>
            <c:v>RRF minus E5</c:v>
          </c:tx>
          <c:spPr>
            <a:solidFill xmlns:a="http://schemas.openxmlformats.org/drawingml/2006/main">
              <a:srgbClr val="C95236"/>
            </a:solidFill>
            <a:ln xmlns:a="http://schemas.openxmlformats.org/drawingml/2006/main" w="0">
              <a:noFill/>
            </a:ln>
          </c:spPr>
          <c:marker>
            <c:symbol val="circle"/>
            <c:size val="5"/>
            <c:spPr>
              <a:noFill xmlns:a="http://schemas.openxmlformats.org/drawingml/2006/main"/>
            </c:spPr>
          </c:marker>
          <c:xVal>
            <c:numRef>
              <c:f>'Chart Data'!$AG$2:$AG$6</c:f>
              <c:numCache>
                <c:formatCode>General</c:formatCode>
                <c:ptCount val="5"/>
                <c:pt idx="0">
                  <c:v>10</c:v>
                </c:pt>
                <c:pt idx="1">
                  <c:v>30</c:v>
                </c:pt>
                <c:pt idx="2">
                  <c:v>50</c:v>
                </c:pt>
                <c:pt idx="3">
                  <c:v>100</c:v>
                </c:pt>
                <c:pt idx="4">
                  <c:v>200</c:v>
                </c:pt>
              </c:numCache>
            </c:numRef>
          </c:xVal>
          <c:yVal>
            <c:numRef>
              <c:f>'Chart Data'!$AH$2:$AH$6</c:f>
              <c:numCache>
                <c:formatCode>0.000</c:formatCode>
                <c:ptCount val="5"/>
                <c:pt idx="0">
                  <c:v>-0.01952103</c:v>
                </c:pt>
                <c:pt idx="1">
                  <c:v>0.01085768</c:v>
                </c:pt>
                <c:pt idx="2">
                  <c:v>0.00854269</c:v>
                </c:pt>
                <c:pt idx="3">
                  <c:v>0.00771191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Data'!$A$2:$A$3</c:f>
              <c:numCache>
                <c:formatCode>General</c:formatCode>
                <c:ptCount val="2"/>
                <c:pt idx="0">
                  <c:v>0</c:v>
                </c:pt>
                <c:pt idx="1">
                  <c:v>210</c:v>
                </c:pt>
              </c:numCache>
            </c:numRef>
          </c:xVal>
          <c:yVal>
            <c:numRef>
              <c:f>'Chart Data'!$B$2:$B$3</c:f>
              <c:numCache>
                <c:formatCode>0.000</c:formatCode>
                <c:ptCount val="2"/>
                <c:pt idx="0">
                  <c:v>0</c:v>
                </c:pt>
                <c:pt idx="1">
                  <c:v>0</c:v>
                </c:pt>
              </c:numCache>
            </c:numRef>
          </c:yVal>
          <c:smooth val="0"/>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Ref>
              <c:f>'Chart Data'!$C$2:$C$3</c:f>
              <c:numCache>
                <c:formatCode>General</c:formatCode>
                <c:ptCount val="2"/>
                <c:pt idx="0">
                  <c:v>10</c:v>
                </c:pt>
                <c:pt idx="1">
                  <c:v>10</c:v>
                </c:pt>
              </c:numCache>
            </c:numRef>
          </c:xVal>
          <c:yVal>
            <c:numRef>
              <c:f>'Chart Data'!$D$2:$D$3</c:f>
              <c:numCache>
                <c:formatCode>0.000</c:formatCode>
                <c:ptCount val="2"/>
                <c:pt idx="0">
                  <c:v>-0.06706846</c:v>
                </c:pt>
                <c:pt idx="1">
                  <c:v>-0.06516868</c:v>
                </c:pt>
              </c:numCache>
            </c:numRef>
          </c:yVal>
          <c:smooth val="0"/>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Ref>
              <c:f>'Chart Data'!$E$2:$E$3</c:f>
              <c:numCache>
                <c:formatCode>General</c:formatCode>
                <c:ptCount val="2"/>
                <c:pt idx="0">
                  <c:v>30</c:v>
                </c:pt>
                <c:pt idx="1">
                  <c:v>30</c:v>
                </c:pt>
              </c:numCache>
            </c:numRef>
          </c:xVal>
          <c:yVal>
            <c:numRef>
              <c:f>'Chart Data'!$F$2:$F$3</c:f>
              <c:numCache>
                <c:formatCode>0.000</c:formatCode>
                <c:ptCount val="2"/>
                <c:pt idx="0">
                  <c:v>0.00727626</c:v>
                </c:pt>
                <c:pt idx="1">
                  <c:v>0.00875623</c:v>
                </c:pt>
              </c:numCache>
            </c:numRef>
          </c:yVal>
          <c:smooth val="0"/>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Ref>
              <c:f>'Chart Data'!$G$2:$G$3</c:f>
              <c:numCache>
                <c:formatCode>General</c:formatCode>
                <c:ptCount val="2"/>
                <c:pt idx="0">
                  <c:v>50</c:v>
                </c:pt>
                <c:pt idx="1">
                  <c:v>50</c:v>
                </c:pt>
              </c:numCache>
            </c:numRef>
          </c:xVal>
          <c:yVal>
            <c:numRef>
              <c:f>'Chart Data'!$H$2:$H$3</c:f>
              <c:numCache>
                <c:formatCode>0.000</c:formatCode>
                <c:ptCount val="2"/>
                <c:pt idx="0">
                  <c:v>0.00828331</c:v>
                </c:pt>
                <c:pt idx="1">
                  <c:v>0.0097065</c:v>
                </c:pt>
              </c:numCache>
            </c:numRef>
          </c:yVal>
          <c:smooth val="0"/>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Ref>
              <c:f>'Chart Data'!$I$2:$I$3</c:f>
              <c:numCache>
                <c:formatCode>General</c:formatCode>
                <c:ptCount val="2"/>
                <c:pt idx="0">
                  <c:v>100</c:v>
                </c:pt>
                <c:pt idx="1">
                  <c:v>100</c:v>
                </c:pt>
              </c:numCache>
            </c:numRef>
          </c:xVal>
          <c:yVal>
            <c:numRef>
              <c:f>'Chart Data'!$J$2:$J$3</c:f>
              <c:numCache>
                <c:formatCode>0.000</c:formatCode>
                <c:ptCount val="2"/>
                <c:pt idx="0">
                  <c:v>0.00822793</c:v>
                </c:pt>
                <c:pt idx="1">
                  <c:v>0.00962559</c:v>
                </c:pt>
              </c:numCache>
            </c:numRef>
          </c:yVal>
          <c:smooth val="0"/>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Ref>
              <c:f>'Chart Data'!$K$2:$K$3</c:f>
              <c:numCache>
                <c:formatCode>General</c:formatCode>
                <c:ptCount val="2"/>
                <c:pt idx="0">
                  <c:v>200</c:v>
                </c:pt>
                <c:pt idx="1">
                  <c:v>200</c:v>
                </c:pt>
              </c:numCache>
            </c:numRef>
          </c:xVal>
          <c:yVal>
            <c:numRef>
              <c:f>'Chart Data'!$L$2:$L$3</c:f>
              <c:numCache>
                <c:formatCode>0.000</c:formatCode>
                <c:ptCount val="2"/>
                <c:pt idx="0">
                  <c:v>0.0081588</c:v>
                </c:pt>
                <c:pt idx="1">
                  <c:v>0.00953703</c:v>
                </c:pt>
              </c:numCache>
            </c:numRef>
          </c:yVal>
          <c:smooth val="0"/>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Ref>
              <c:f>'Chart Data'!$M$2:$M$3</c:f>
              <c:numCache>
                <c:formatCode>General</c:formatCode>
                <c:ptCount val="2"/>
                <c:pt idx="0">
                  <c:v>8.6</c:v>
                </c:pt>
                <c:pt idx="1">
                  <c:v>11.4</c:v>
                </c:pt>
              </c:numCache>
            </c:numRef>
          </c:xVal>
          <c:yVal>
            <c:numRef>
              <c:f>'Chart Data'!$N$2:$N$3</c:f>
              <c:numCache>
                <c:formatCode>0.000</c:formatCode>
                <c:ptCount val="2"/>
                <c:pt idx="0">
                  <c:v>-0.06706846</c:v>
                </c:pt>
                <c:pt idx="1">
                  <c:v>-0.06706846</c:v>
                </c:pt>
              </c:numCache>
            </c:numRef>
          </c:yVal>
          <c:smooth val="0"/>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Ref>
              <c:f>'Chart Data'!$O$2:$O$3</c:f>
              <c:numCache>
                <c:formatCode>General</c:formatCode>
                <c:ptCount val="2"/>
                <c:pt idx="0">
                  <c:v>8.6</c:v>
                </c:pt>
                <c:pt idx="1">
                  <c:v>11.4</c:v>
                </c:pt>
              </c:numCache>
            </c:numRef>
          </c:xVal>
          <c:yVal>
            <c:numRef>
              <c:f>'Chart Data'!$P$2:$P$3</c:f>
              <c:numCache>
                <c:formatCode>0.000</c:formatCode>
                <c:ptCount val="2"/>
                <c:pt idx="0">
                  <c:v>-0.06516868</c:v>
                </c:pt>
                <c:pt idx="1">
                  <c:v>-0.06516868</c:v>
                </c:pt>
              </c:numCache>
            </c:numRef>
          </c:yVal>
          <c:smooth val="0"/>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Ref>
              <c:f>'Chart Data'!$Q$2:$Q$3</c:f>
              <c:numCache>
                <c:formatCode>General</c:formatCode>
                <c:ptCount val="2"/>
                <c:pt idx="0">
                  <c:v>28.6</c:v>
                </c:pt>
                <c:pt idx="1">
                  <c:v>31.4</c:v>
                </c:pt>
              </c:numCache>
            </c:numRef>
          </c:xVal>
          <c:yVal>
            <c:numRef>
              <c:f>'Chart Data'!$R$2:$R$3</c:f>
              <c:numCache>
                <c:formatCode>0.000</c:formatCode>
                <c:ptCount val="2"/>
                <c:pt idx="0">
                  <c:v>0.00727626</c:v>
                </c:pt>
                <c:pt idx="1">
                  <c:v>0.00727626</c:v>
                </c:pt>
              </c:numCache>
            </c:numRef>
          </c:yVal>
          <c:smooth val="0"/>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Ref>
              <c:f>'Chart Data'!$S$2:$S$3</c:f>
              <c:numCache>
                <c:formatCode>General</c:formatCode>
                <c:ptCount val="2"/>
                <c:pt idx="0">
                  <c:v>28.6</c:v>
                </c:pt>
                <c:pt idx="1">
                  <c:v>31.4</c:v>
                </c:pt>
              </c:numCache>
            </c:numRef>
          </c:xVal>
          <c:yVal>
            <c:numRef>
              <c:f>'Chart Data'!$T$2:$T$3</c:f>
              <c:numCache>
                <c:formatCode>0.000</c:formatCode>
                <c:ptCount val="2"/>
                <c:pt idx="0">
                  <c:v>0.00875623</c:v>
                </c:pt>
                <c:pt idx="1">
                  <c:v>0.00875623</c:v>
                </c:pt>
              </c:numCache>
            </c:numRef>
          </c:yVal>
          <c:smooth val="0"/>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Ref>
              <c:f>'Chart Data'!$U$2:$U$3</c:f>
              <c:numCache>
                <c:formatCode>General</c:formatCode>
                <c:ptCount val="2"/>
                <c:pt idx="0">
                  <c:v>48.6</c:v>
                </c:pt>
                <c:pt idx="1">
                  <c:v>51.4</c:v>
                </c:pt>
              </c:numCache>
            </c:numRef>
          </c:xVal>
          <c:yVal>
            <c:numRef>
              <c:f>'Chart Data'!$V$2:$V$3</c:f>
              <c:numCache>
                <c:formatCode>0.000</c:formatCode>
                <c:ptCount val="2"/>
                <c:pt idx="0">
                  <c:v>0.00828331</c:v>
                </c:pt>
                <c:pt idx="1">
                  <c:v>0.00828331</c:v>
                </c:pt>
              </c:numCache>
            </c:numRef>
          </c:yVal>
          <c:smooth val="0"/>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Ref>
              <c:f>'Chart Data'!$W$2:$W$3</c:f>
              <c:numCache>
                <c:formatCode>General</c:formatCode>
                <c:ptCount val="2"/>
                <c:pt idx="0">
                  <c:v>48.6</c:v>
                </c:pt>
                <c:pt idx="1">
                  <c:v>51.4</c:v>
                </c:pt>
              </c:numCache>
            </c:numRef>
          </c:xVal>
          <c:yVal>
            <c:numRef>
              <c:f>'Chart Data'!$X$2:$X$3</c:f>
              <c:numCache>
                <c:formatCode>0.000</c:formatCode>
                <c:ptCount val="2"/>
                <c:pt idx="0">
                  <c:v>0.0097065</c:v>
                </c:pt>
                <c:pt idx="1">
                  <c:v>0.0097065</c:v>
                </c:pt>
              </c:numCache>
            </c:numRef>
          </c:yVal>
          <c:smooth val="0"/>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Ref>
              <c:f>'Chart Data'!$Y$2:$Y$3</c:f>
              <c:numCache>
                <c:formatCode>General</c:formatCode>
                <c:ptCount val="2"/>
                <c:pt idx="0">
                  <c:v>98.6</c:v>
                </c:pt>
                <c:pt idx="1">
                  <c:v>101.4</c:v>
                </c:pt>
              </c:numCache>
            </c:numRef>
          </c:xVal>
          <c:yVal>
            <c:numRef>
              <c:f>'Chart Data'!$Z$2:$Z$3</c:f>
              <c:numCache>
                <c:formatCode>0.000</c:formatCode>
                <c:ptCount val="2"/>
                <c:pt idx="0">
                  <c:v>0.00822793</c:v>
                </c:pt>
                <c:pt idx="1">
                  <c:v>0.00822793</c:v>
                </c:pt>
              </c:numCache>
            </c:numRef>
          </c:yVal>
          <c:smooth val="0"/>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Ref>
              <c:f>'Chart Data'!$AA$2:$AA$3</c:f>
              <c:numCache>
                <c:formatCode>General</c:formatCode>
                <c:ptCount val="2"/>
                <c:pt idx="0">
                  <c:v>98.6</c:v>
                </c:pt>
                <c:pt idx="1">
                  <c:v>101.4</c:v>
                </c:pt>
              </c:numCache>
            </c:numRef>
          </c:xVal>
          <c:yVal>
            <c:numRef>
              <c:f>'Chart Data'!$AB$2:$AB$3</c:f>
              <c:numCache>
                <c:formatCode>0.000</c:formatCode>
                <c:ptCount val="2"/>
                <c:pt idx="0">
                  <c:v>0.00962559</c:v>
                </c:pt>
                <c:pt idx="1">
                  <c:v>0.00962559</c:v>
                </c:pt>
              </c:numCache>
            </c:numRef>
          </c:yVal>
          <c:smooth val="0"/>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Ref>
              <c:f>'Chart Data'!$AC$2:$AC$3</c:f>
              <c:numCache>
                <c:formatCode>General</c:formatCode>
                <c:ptCount val="2"/>
                <c:pt idx="0">
                  <c:v>198.6</c:v>
                </c:pt>
                <c:pt idx="1">
                  <c:v>201.4</c:v>
                </c:pt>
              </c:numCache>
            </c:numRef>
          </c:xVal>
          <c:yVal>
            <c:numRef>
              <c:f>'Chart Data'!$AD$2:$AD$3</c:f>
              <c:numCache>
                <c:formatCode>0.000</c:formatCode>
                <c:ptCount val="2"/>
                <c:pt idx="0">
                  <c:v>0.0081588</c:v>
                </c:pt>
                <c:pt idx="1">
                  <c:v>0.0081588</c:v>
                </c:pt>
              </c:numCache>
            </c:numRef>
          </c:yVal>
          <c:smooth val="0"/>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Ref>
              <c:f>'Chart Data'!$AE$2:$AE$3</c:f>
              <c:numCache>
                <c:formatCode>General</c:formatCode>
                <c:ptCount val="2"/>
                <c:pt idx="0">
                  <c:v>198.6</c:v>
                </c:pt>
                <c:pt idx="1">
                  <c:v>201.4</c:v>
                </c:pt>
              </c:numCache>
            </c:numRef>
          </c:xVal>
          <c:yVal>
            <c:numRef>
              <c:f>'Chart Data'!$AF$2:$AF$3</c:f>
              <c:numCache>
                <c:formatCode>0.000</c:formatCode>
                <c:ptCount val="2"/>
                <c:pt idx="0">
                  <c:v>0.00953703</c:v>
                </c:pt>
                <c:pt idx="1">
                  <c:v>0.00953703</c:v>
                </c:pt>
              </c:numCache>
            </c:numRef>
          </c:yVal>
          <c:smooth val="0"/>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5"/>
            <c:spPr>
              <a:solidFill xmlns:a="http://schemas.openxmlformats.org/drawingml/2006/main">
                <a:srgbClr val="007F78"/>
              </a:solidFill>
            </c:spPr>
          </c:marker>
          <c:xVal>
            <c:numRef>
              <c:f>'Chart Data'!$AG$2:$AG$6</c:f>
              <c:numCache>
                <c:formatCode>General</c:formatCode>
                <c:ptCount val="5"/>
                <c:pt idx="0">
                  <c:v>10</c:v>
                </c:pt>
                <c:pt idx="1">
                  <c:v>30</c:v>
                </c:pt>
                <c:pt idx="2">
                  <c:v>50</c:v>
                </c:pt>
                <c:pt idx="3">
                  <c:v>100</c:v>
                </c:pt>
                <c:pt idx="4">
                  <c:v>200</c:v>
                </c:pt>
              </c:numCache>
            </c:numRef>
          </c:xVal>
          <c:yVal>
            <c:numRef>
              <c:f>'Chart Data'!$AH$2:$AH$6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18087F4-FBB8-425A-A022-60D950E20DD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4301f793216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BF654D96-346D-4265-B2AB-28987D1FD845}"/>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CE9A4683-2AD2-4C58-82B1-084DD302434B}"/>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DAB9142F-B4C5-463E-AEA0-728C09BB677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D3AF7A0D-D83E-40B1-84D0-3BE81C036447}"/>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2C1A46A1-977F-4F3E-B81E-DA858E9A1565}"/>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99527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56DF468F-1CF0-4226-BE7F-CA3C77E548F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771DA07C-EB67-4119-9275-3FC31B86CCC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7F54887-43AA-4ABD-A2A7-8050744D351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A527C112-6F07-4530-86C3-E41ABFDEFA2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0164416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581E72CE-4366-496D-AF2F-D419AECC761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50A0F352-5C86-432F-A5A2-4F3FE1BF33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33F6843D-7F19-4E9D-A2AC-97DF524406E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A6461A47-A1C9-4433-9DC5-E68304CFED1D}"/>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B684E7D5-737A-4A6C-8D71-95F852FF85CD}"/>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F8FCA76-653F-4B95-BA5E-B7C949193EA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DA2F3156-5C54-4A00-AD63-E625824A2283}"/>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2E7D9766-24F0-4FA4-B212-C87F7ED7FF8B}"/>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405D6BF-5973-4ECE-9052-37E50603AC1B}"/>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A7F47983-7178-44D2-8F04-DEE869A4E8D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4F650705-7801-467C-B711-16119E5077D6}"/>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358D83E6-CD52-4960-83A3-313698C5B57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7121712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7BACCCC0-D06E-424B-84A4-92498D25556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09EE48DE-BB60-44D4-AAFE-6473B6586AD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E8357407-B2A8-455A-B6CA-7728802EDD23}"/>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9F8F2B1-1C3A-4415-8C35-280639F9F30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6BC07766-2EF9-4817-AA19-1E7659E80900}"/>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9DEBEA29-5D8D-4A99-9EEA-567C948DE097}"/>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8BC2FEF1-30C2-4160-B94A-88424FB12CF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835F831A-42AE-4BF6-AB1E-C11BA6A65EBC}"/>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F2583964-B34B-4466-9B32-72A04A78018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6022706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08FEE1A6-4BE6-450D-BCE2-42AAD4158B1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252B42EB-BD2C-4D83-A08A-06A61D6938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6B8B25C6-9A84-4C7A-A7E3-B9BBEEA9D934}"/>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47D93EF4-B2F8-4750-909C-DD2C5B5D967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406680F-C25D-47B0-BB91-82FA5A45A5C3}"/>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2028740-7C2A-4857-A06B-A06B22B67FA5}"/>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3D1F0A2-9FCE-43AB-9A8B-0F008AFFDCA5}"/>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F007802F-6E85-4317-9CB5-7D6A04B99077}"/>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E03A7516-EE0C-4EC0-A2E2-3BD987007F5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67B82823-A931-4597-8E05-FBA852A549EC}"/>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55E16A8A-0EE6-4008-8613-5A777E833D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23124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44F20F55-FAA7-43A8-BCFA-BD2AD075A1F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74A45B78-F40C-4168-B856-E4A5F3065BD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c21ca99c06049f1"/>
          </a:graphicData>
        </a:graphic>
      </p:graphicFrame>
      <p:sp>
        <p:nvSpPr>
          <p:cNvPr id="4" name="E5 paired change: +0.391   95% CI [0.365, 0.417]">
            <a:extLst xmlns:a="http://schemas.openxmlformats.org/drawingml/2006/main">
              <a:ext uri="{FF2B5EF4-FFF2-40B4-BE49-F238E27FC236}">
                <a16:creationId xmlns:a16="http://schemas.microsoft.com/office/drawing/2014/main" id="{CD63C2E1-DE47-465B-99EE-5E4548201164}"/>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DCA2B714-4622-4B77-AFD1-C3511C6B6F7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6500116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7F586FB-A37E-4D67-A421-F9362B491E0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ACBDE479-6BCD-4483-BC72-6DE41DF6332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986CEBA-0EEB-4A03-AED0-2105A5E50FC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D7763EB1-65EC-4019-AF78-1E44E8C9DA1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AB59ADEB-4AFC-4CCB-8AB7-C89C58FC4923}"/>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498281D6-F040-4DD1-8777-997FD41526F9}"/>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3FC47C5A-A9C3-43B8-99AA-C1EBE82F153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2B070F57-53A8-4BA1-BE5E-7EFAE1D3C283}"/>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71DB2463-85E7-4CA3-860C-DDB8A799E4F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20234761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3AE29D6B-B8BC-4349-9C64-E69C46373E1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C2DE2180-9ACD-40EF-B7E5-9023C12CB73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a8ae93f2ab7f4ad0"/>
          </a:graphicData>
        </a:graphic>
      </p:graphicFrame>
      <p:sp>
        <p:nvSpPr>
          <p:cNvPr id="4" name="0.907">
            <a:extLst xmlns:a="http://schemas.openxmlformats.org/drawingml/2006/main">
              <a:ext uri="{FF2B5EF4-FFF2-40B4-BE49-F238E27FC236}">
                <a16:creationId xmlns:a16="http://schemas.microsoft.com/office/drawing/2014/main" id="{1EB059B5-DEA7-4296-80FA-A8B527213EB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06540498-72AF-414F-9B8E-64F209B0042C}"/>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B1EE9882-1996-4E8E-8EB0-6A3BB45DB1A8}"/>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BE1D642-A9F1-4A8F-8DAB-A940DE021A0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6FEAA548-D3D5-469A-980C-19D6AB265FE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11239619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56C90CDA-ED34-4E14-9AF6-D8567D0A248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AF94B0BE-FDC9-4897-A53E-87513048844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FD887AA9-6B77-4751-B3A8-D98F48B4AD15}"/>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0370c2ea5be64c26"/>
          </a:graphicData>
        </a:graphic>
      </p:graphicFrame>
      <p:sp>
        <p:nvSpPr>
          <p:cNvPr id="5" name="451.5">
            <a:extLst xmlns:a="http://schemas.openxmlformats.org/drawingml/2006/main">
              <a:ext uri="{FF2B5EF4-FFF2-40B4-BE49-F238E27FC236}">
                <a16:creationId xmlns:a16="http://schemas.microsoft.com/office/drawing/2014/main" id="{764A8779-7340-4DBB-BBDD-5934DE40A3DD}"/>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261D6444-209C-4C7B-800B-724B95FEBAB5}"/>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B091C15A-8126-47E6-8483-09F75C06E1B2}"/>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2A91281F-5DB0-4D39-945F-F50A78A6FCDF}"/>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ADB9DA4-BEA1-4DCD-B2FE-7155B818E6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5356345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84EC07C9-D7C3-40FF-A333-686AEC9862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BE1411F-46AD-4992-AEE4-8CB62EEDDE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254707EE-386F-4145-B3D5-FB7C8711B3EC}"/>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b91861c2c4be425a"/>
          </a:graphicData>
        </a:graphic>
      </p:graphicFrame>
      <p:sp>
        <p:nvSpPr>
          <p:cNvPr id="5" name="E5 higher">
            <a:extLst xmlns:a="http://schemas.openxmlformats.org/drawingml/2006/main">
              <a:ext uri="{FF2B5EF4-FFF2-40B4-BE49-F238E27FC236}">
                <a16:creationId xmlns:a16="http://schemas.microsoft.com/office/drawing/2014/main" id="{90DC1885-0F12-4A9B-87E5-8AEB8C27DA82}"/>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C635B9CD-1B83-44C8-BF26-F9C3F0692CC0}"/>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3B03DDAC-8269-4835-9922-0D967CB71135}"/>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CC7D160E-B2B9-4BA0-A50F-C910CFCB1B5B}"/>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2F257412-A1A9-4FE4-90C8-FAF1E9A7EC8C}"/>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151322FD-A918-4DBF-B34E-9218A3E25CDE}"/>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833FC51B-2032-4738-8E2A-8E745547319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14045860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C7AB256F-2143-4F8D-981E-A7FDE3C4F7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186E3D45-4700-4392-8C86-82B0044916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DCF07B66-0765-41DE-8F59-63AEC75BDB9F}"/>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19813b7a5ee4190"/>
          </a:graphicData>
        </a:graphic>
      </p:graphicFrame>
      <p:sp>
        <p:nvSpPr>
          <p:cNvPr id="5" name="14.4%">
            <a:extLst xmlns:a="http://schemas.openxmlformats.org/drawingml/2006/main">
              <a:ext uri="{FF2B5EF4-FFF2-40B4-BE49-F238E27FC236}">
                <a16:creationId xmlns:a16="http://schemas.microsoft.com/office/drawing/2014/main" id="{846AC1B4-EA9B-4866-AEBC-15E124BED66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AD358E0F-EFFA-488B-9308-FFC5836BFD1D}"/>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A454C499-F699-4F98-938F-DABCDDA5AF62}"/>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972846AA-8E36-460F-928B-2EFD23C8971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1279742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AF438FCD-A4C9-457E-8D9A-9F8C5BEC3C2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97BA186-E2EE-4F59-A830-CCD33D61AC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2D0203E1-1E69-414F-BE9F-206E3C8EE98F}"/>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8AAF63C-4F2C-40C0-9B89-16749B4E59E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4E7828B5-D09D-46A0-B7CF-AA36BB154150}"/>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0713591-553A-434C-963C-E6B6DF00CE2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488193515"/>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32C6E084-5E17-4DFD-AAA1-E2271BADE51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A048CC42-A51C-483B-A7B9-AE6DB0AD417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7A14A0A7-EAE4-4A6F-8B4F-EF503496D2E7}"/>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D9CE3C21-0E25-4313-878E-8C4E0270E9CA}"/>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B3C0B73A-7CB9-447F-855E-5E2DD38DEE52}"/>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4E08F354-973C-42F9-AD89-619D0F0F14B5}"/>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77BDCB88-8929-488B-8A84-A02723419BEC}"/>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49707AAE-442D-49D6-A4EC-3EDDC63349AA}"/>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CF12BCB4-F820-47B0-B8A8-937381D248A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5614807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A9042DC8-2AAE-4BD4-A1B1-9A86973A3CA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035C9F8A-781D-48B1-878F-E6DB66C772F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1808CB2A-4623-4D7E-AEE2-F310D0582BC3}"/>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3ADEF86D-13BB-4B9E-839D-D70B73F4C88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928422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6206932B-6D56-4BB8-B06C-2BA844E7BB1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C4BFFC6-9420-4156-8EB7-7B84A5087D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5E9AA7A-4EE8-4E03-93E9-E5F0A6B136D4}"/>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151C0096-DC42-4108-B283-E2E2CCF58511}"/>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E369D995-ACB7-4518-A497-6B4B91E57028}"/>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55688ED0-B5BF-47FC-A693-A429888A9BB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937585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79AA3F9-3882-45C6-A6A6-CC03C58D209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A4A08DCA-E640-44DC-A620-200B51EE3E8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1BD201D-957E-4F26-B874-C315CFFA34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20405114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1E244BD0-A1D3-4C5E-9C0F-9F606C96D78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2F8C66B1-287D-4E6E-BEAF-8EB670D0B5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FEB2278A-D2CC-481A-80BD-54F48BA8543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7F2CA126-8095-4015-99DE-858B1949ACD0}"/>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D9D3EB5B-0D5C-4314-A7BB-00A17788FD1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13596154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7B9A9327-3BA3-4DE5-B367-E343E76743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495B3367-3609-4D64-B8FC-1EEBB0D524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D1756CB9-6B1A-4A0E-B6C4-D9EDD5EB493C}"/>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AC4A160C-F0C0-4212-99A4-60E95DA0BA07}"/>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3FFDF14D-78A7-4AD2-A82A-DD3EAC8534C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8E7F21C3-44CD-4497-AD39-DC2621FB958A}"/>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9EF7750B-0718-4142-BE53-73A031C0C8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622974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