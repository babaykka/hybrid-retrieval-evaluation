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1c83c453ef1544d6"/><Relationship Type="http://schemas.openxmlformats.org/officeDocument/2006/relationships/extended-properties" Target="/docProps/app.xml" Id="Rc5cd2eec9a984889"/><Relationship Type="http://schemas.openxmlformats.org/officeDocument/2006/relationships/officeDocument" Target="/ppt/presentation.xml" Id="R48d20d91e3bd443c"/></Relationships>
</file>

<file path=ppt/presentation.xml><?xml version="1.0" encoding="utf-8"?>
<p:presentation xmlns:p="http://schemas.openxmlformats.org/presentationml/2006/main">
  <p:sldMasterIdLst>
    <p:sldMasterId xmlns:r="http://schemas.openxmlformats.org/officeDocument/2006/relationships" id="2147483648" r:id="R59ffb22f4a844ac5"/>
  </p:sldMasterIdLst>
  <p:notesMasterIdLst>
    <p:notesMasterId xmlns:r="http://schemas.openxmlformats.org/officeDocument/2006/relationships" r:id="Rf67ef9eb7a5748ab"/>
  </p:notesMasterIdLst>
  <p:sldIdLst>
    <p:sldId xmlns:r="http://schemas.openxmlformats.org/officeDocument/2006/relationships" id="256" r:id="Rcc8f367de96a4427"/>
    <p:sldId xmlns:r="http://schemas.openxmlformats.org/officeDocument/2006/relationships" id="257" r:id="R4f848d529587468e"/>
    <p:sldId xmlns:r="http://schemas.openxmlformats.org/officeDocument/2006/relationships" id="258" r:id="R114a11298ada4b66"/>
    <p:sldId xmlns:r="http://schemas.openxmlformats.org/officeDocument/2006/relationships" id="259" r:id="R8cfd36858cdf4d38"/>
    <p:sldId xmlns:r="http://schemas.openxmlformats.org/officeDocument/2006/relationships" id="260" r:id="R7fdf896a76ab4ba9"/>
    <p:sldId xmlns:r="http://schemas.openxmlformats.org/officeDocument/2006/relationships" id="261" r:id="Rd6f9c7064ddb47ab"/>
    <p:sldId xmlns:r="http://schemas.openxmlformats.org/officeDocument/2006/relationships" id="262" r:id="R9f5e2a5b0d044542"/>
    <p:sldId xmlns:r="http://schemas.openxmlformats.org/officeDocument/2006/relationships" id="263" r:id="R004f73527eb84f00"/>
    <p:sldId xmlns:r="http://schemas.openxmlformats.org/officeDocument/2006/relationships" id="264" r:id="Rec3b31588e114b3b"/>
    <p:sldId xmlns:r="http://schemas.openxmlformats.org/officeDocument/2006/relationships" id="265" r:id="R2b51a2297a654bb9"/>
    <p:sldId xmlns:r="http://schemas.openxmlformats.org/officeDocument/2006/relationships" id="266" r:id="Rae844ed7044840a6"/>
    <p:sldId xmlns:r="http://schemas.openxmlformats.org/officeDocument/2006/relationships" id="267" r:id="R27d5756a33d240ea"/>
    <p:sldId xmlns:r="http://schemas.openxmlformats.org/officeDocument/2006/relationships" id="268" r:id="Re5fe517a244e4a3e"/>
    <p:sldId xmlns:r="http://schemas.openxmlformats.org/officeDocument/2006/relationships" id="269" r:id="Rafee1af4d1b843c7"/>
    <p:sldId xmlns:r="http://schemas.openxmlformats.org/officeDocument/2006/relationships" id="270" r:id="Red4936fced564845"/>
    <p:sldId xmlns:r="http://schemas.openxmlformats.org/officeDocument/2006/relationships" id="271" r:id="R90094b509c394d6e"/>
    <p:sldId xmlns:r="http://schemas.openxmlformats.org/officeDocument/2006/relationships" id="272" r:id="Re8ae9ebe75e7452b"/>
    <p:sldId xmlns:r="http://schemas.openxmlformats.org/officeDocument/2006/relationships" id="273" r:id="Rae60fd43e55a48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6f321168fe04ac3"/><Relationship Type="http://schemas.openxmlformats.org/officeDocument/2006/relationships/slideMaster" Target="/ppt/slideMasters/slideMaster1.xml" Id="R59ffb22f4a844ac5"/><Relationship Type="http://schemas.openxmlformats.org/officeDocument/2006/relationships/notesMaster" Target="/ppt/notesMasters/notesMaster1.xml" Id="Rf67ef9eb7a5748ab"/><Relationship Type="http://schemas.openxmlformats.org/officeDocument/2006/relationships/presProps" Target="/ppt/presProps.xml" Id="R03943d074ef84b0b"/><Relationship Type="http://schemas.openxmlformats.org/officeDocument/2006/relationships/tableStyles" Target="/ppt/tableStyles.xml" Id="R2abf70d98d95487f"/><Relationship Type="http://schemas.openxmlformats.org/officeDocument/2006/relationships/slide" Target="/ppt/slides/slide1.xml" Id="Rcc8f367de96a4427"/><Relationship Type="http://schemas.openxmlformats.org/officeDocument/2006/relationships/slide" Target="/ppt/slides/slide2.xml" Id="R4f848d529587468e"/><Relationship Type="http://schemas.openxmlformats.org/officeDocument/2006/relationships/slide" Target="/ppt/slides/slide3.xml" Id="R114a11298ada4b66"/><Relationship Type="http://schemas.openxmlformats.org/officeDocument/2006/relationships/slide" Target="/ppt/slides/slide4.xml" Id="R8cfd36858cdf4d38"/><Relationship Type="http://schemas.openxmlformats.org/officeDocument/2006/relationships/slide" Target="/ppt/slides/slide5.xml" Id="R7fdf896a76ab4ba9"/><Relationship Type="http://schemas.openxmlformats.org/officeDocument/2006/relationships/slide" Target="/ppt/slides/slide6.xml" Id="Rd6f9c7064ddb47ab"/><Relationship Type="http://schemas.openxmlformats.org/officeDocument/2006/relationships/slide" Target="/ppt/slides/slide7.xml" Id="R9f5e2a5b0d044542"/><Relationship Type="http://schemas.openxmlformats.org/officeDocument/2006/relationships/slide" Target="/ppt/slides/slide8.xml" Id="R004f73527eb84f00"/><Relationship Type="http://schemas.openxmlformats.org/officeDocument/2006/relationships/slide" Target="/ppt/slides/slide9.xml" Id="Rec3b31588e114b3b"/><Relationship Type="http://schemas.openxmlformats.org/officeDocument/2006/relationships/slide" Target="/ppt/slides/slide10.xml" Id="R2b51a2297a654bb9"/><Relationship Type="http://schemas.openxmlformats.org/officeDocument/2006/relationships/slide" Target="/ppt/slides/slide11.xml" Id="Rae844ed7044840a6"/><Relationship Type="http://schemas.openxmlformats.org/officeDocument/2006/relationships/slide" Target="/ppt/slides/slide12.xml" Id="R27d5756a33d240ea"/><Relationship Type="http://schemas.openxmlformats.org/officeDocument/2006/relationships/slide" Target="/ppt/slides/slide13.xml" Id="Re5fe517a244e4a3e"/><Relationship Type="http://schemas.openxmlformats.org/officeDocument/2006/relationships/slide" Target="/ppt/slides/slide14.xml" Id="Rafee1af4d1b843c7"/><Relationship Type="http://schemas.openxmlformats.org/officeDocument/2006/relationships/slide" Target="/ppt/slides/slide15.xml" Id="Red4936fced564845"/><Relationship Type="http://schemas.openxmlformats.org/officeDocument/2006/relationships/slide" Target="/ppt/slides/slide16.xml" Id="R90094b509c394d6e"/><Relationship Type="http://schemas.openxmlformats.org/officeDocument/2006/relationships/slide" Target="/ppt/slides/slide17.xml" Id="Re8ae9ebe75e7452b"/><Relationship Type="http://schemas.openxmlformats.org/officeDocument/2006/relationships/slide" Target="/ppt/slides/slide18.xml" Id="Rae60fd43e55a486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46d566848b9419a"/></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2db0cab8c744a20"/><Relationship Type="http://schemas.openxmlformats.org/officeDocument/2006/relationships/notesMaster" Target="/ppt/notesMasters/notesMaster1.xml" Id="Rf84d864e2a8941b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f05da57fd2d4858"/><Relationship Type="http://schemas.openxmlformats.org/officeDocument/2006/relationships/notesMaster" Target="/ppt/notesMasters/notesMaster1.xml" Id="R27e2f48b85374d3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c661a4a45ff492f"/><Relationship Type="http://schemas.openxmlformats.org/officeDocument/2006/relationships/notesMaster" Target="/ppt/notesMasters/notesMaster1.xml" Id="R39494d5fba0f4df8"/></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de65145ff4ba4a30"/><Relationship Type="http://schemas.openxmlformats.org/officeDocument/2006/relationships/notesMaster" Target="/ppt/notesMasters/notesMaster1.xml" Id="Rd4b9dfdfecc5418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a6dec6a65a1480b"/><Relationship Type="http://schemas.openxmlformats.org/officeDocument/2006/relationships/notesMaster" Target="/ppt/notesMasters/notesMaster1.xml" Id="R1a5b357aaafe40a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fca27ac9c6d4cd8"/><Relationship Type="http://schemas.openxmlformats.org/officeDocument/2006/relationships/notesMaster" Target="/ppt/notesMasters/notesMaster1.xml" Id="Rc090093873484d5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fa5b320c824e4e46"/><Relationship Type="http://schemas.openxmlformats.org/officeDocument/2006/relationships/notesMaster" Target="/ppt/notesMasters/notesMaster1.xml" Id="Rfac1719418fc4c3f"/></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36984e675e74547"/><Relationship Type="http://schemas.openxmlformats.org/officeDocument/2006/relationships/notesMaster" Target="/ppt/notesMasters/notesMaster1.xml" Id="R260be9971fc44eb3"/></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49dc72ff09040e5"/><Relationship Type="http://schemas.openxmlformats.org/officeDocument/2006/relationships/notesMaster" Target="/ppt/notesMasters/notesMaster1.xml" Id="Rb17408029c454e77"/></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03b0ee5caa44f25"/><Relationship Type="http://schemas.openxmlformats.org/officeDocument/2006/relationships/notesMaster" Target="/ppt/notesMasters/notesMaster1.xml" Id="R90a5aa840ea048c0"/></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1f6299d0831246cc"/><Relationship Type="http://schemas.openxmlformats.org/officeDocument/2006/relationships/notesMaster" Target="/ppt/notesMasters/notesMaster1.xml" Id="Rc83f83b934b5400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f1d71bd0cdbd4f89"/><Relationship Type="http://schemas.openxmlformats.org/officeDocument/2006/relationships/notesMaster" Target="/ppt/notesMasters/notesMaster1.xml" Id="R00ae6a89872b49e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015840ccdb743d9"/><Relationship Type="http://schemas.openxmlformats.org/officeDocument/2006/relationships/notesMaster" Target="/ppt/notesMasters/notesMaster1.xml" Id="R2a10e4a7fd2f4ea1"/></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162a39ff94549d4"/><Relationship Type="http://schemas.openxmlformats.org/officeDocument/2006/relationships/notesMaster" Target="/ppt/notesMasters/notesMaster1.xml" Id="R0ed632b5004b445a"/></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02c63e3616c4bd5"/><Relationship Type="http://schemas.openxmlformats.org/officeDocument/2006/relationships/notesMaster" Target="/ppt/notesMasters/notesMaster1.xml" Id="Rdfd90faeccd249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c01ff145057b4223"/><Relationship Type="http://schemas.openxmlformats.org/officeDocument/2006/relationships/notesMaster" Target="/ppt/notesMasters/notesMaster1.xml" Id="R3d3a84e41338487e"/></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f46893e88ee2480e"/><Relationship Type="http://schemas.openxmlformats.org/officeDocument/2006/relationships/notesMaster" Target="/ppt/notesMasters/notesMaster1.xml" Id="R97f3ebc143f842d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8320b0fe51e4521"/><Relationship Type="http://schemas.openxmlformats.org/officeDocument/2006/relationships/notesMaster" Target="/ppt/notesMasters/notesMaster1.xml" Id="Rfba481b578ea43a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74e4c7531ed417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4ff5b2a2e7540ca"/><Relationship Type="http://schemas.openxmlformats.org/officeDocument/2006/relationships/slideLayout" Target="/ppt/slideLayouts/slideLayout1.xml" Id="Rf0eab41da80e418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eab41da80e41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4eec12254d14074"/><Relationship Type="http://schemas.openxmlformats.org/officeDocument/2006/relationships/image" Target="/ppt/media/image.png" Id="R19cceda6e49e4aab"/><Relationship Type="http://schemas.openxmlformats.org/officeDocument/2006/relationships/notesSlide" Target="/ppt/notesSlides/notesSlide1.xml" Id="R8762974025f3479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785b5e1563041c5"/><Relationship Type="http://schemas.openxmlformats.org/officeDocument/2006/relationships/notesSlide" Target="/ppt/notesSlides/notesSlide2.xml" Id="Re5551855fe9944e7"/></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9d7ca7fe7364b94"/><Relationship Type="http://schemas.openxmlformats.org/officeDocument/2006/relationships/notesSlide" Target="/ppt/notesSlides/notesSlide3.xml" Id="R86c57f9ade7a433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ee07e18d232d49f7"/><Relationship Type="http://schemas.openxmlformats.org/officeDocument/2006/relationships/notesSlide" Target="/ppt/notesSlides/notesSlide4.xml" Id="R228ef8b75d6c47c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60a5e04db0164b06"/><Relationship Type="http://schemas.openxmlformats.org/officeDocument/2006/relationships/notesSlide" Target="/ppt/notesSlides/notesSlide5.xml" Id="R72215442b2834e7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174a935b91a47c0"/><Relationship Type="http://schemas.openxmlformats.org/officeDocument/2006/relationships/chart" Target="/ppt/slides/charts/chart1.xml" Id="R9c7458fcbe9d4cf2"/><Relationship Type="http://schemas.openxmlformats.org/officeDocument/2006/relationships/notesSlide" Target="/ppt/notesSlides/notesSlide6.xml" Id="Rd218c0e647f8401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189f7000a6f4cfd"/><Relationship Type="http://schemas.openxmlformats.org/officeDocument/2006/relationships/notesSlide" Target="/ppt/notesSlides/notesSlide7.xml" Id="R6f0b5af36113406a"/></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b26783ea1ebe4fb8"/><Relationship Type="http://schemas.openxmlformats.org/officeDocument/2006/relationships/chart" Target="/ppt/slides/charts/chart2.xml" Id="R3fc6ce01b814477d"/><Relationship Type="http://schemas.openxmlformats.org/officeDocument/2006/relationships/notesSlide" Target="/ppt/notesSlides/notesSlide8.xml" Id="Redd93d9f6b78418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47dc25fe8454156"/><Relationship Type="http://schemas.openxmlformats.org/officeDocument/2006/relationships/chart" Target="/ppt/slides/charts/chart3.xml" Id="R15168b1f60da408f"/><Relationship Type="http://schemas.openxmlformats.org/officeDocument/2006/relationships/notesSlide" Target="/ppt/notesSlides/notesSlide9.xml" Id="R5f480938b0af474e"/></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bc58c75a93143bb"/><Relationship Type="http://schemas.openxmlformats.org/officeDocument/2006/relationships/chart" Target="/ppt/slides/charts/chart4.xml" Id="R1db5644d70ba4ef9"/><Relationship Type="http://schemas.openxmlformats.org/officeDocument/2006/relationships/notesSlide" Target="/ppt/notesSlides/notesSlide10.xml" Id="R77e50883cd4d4c0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47fc1998b57494a"/><Relationship Type="http://schemas.openxmlformats.org/officeDocument/2006/relationships/chart" Target="/ppt/slides/charts/chart5.xml" Id="R48a716e5c08e4b57"/><Relationship Type="http://schemas.openxmlformats.org/officeDocument/2006/relationships/notesSlide" Target="/ppt/notesSlides/notesSlide11.xml" Id="Rdc875bc48840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dab2e3af7514273"/><Relationship Type="http://schemas.openxmlformats.org/officeDocument/2006/relationships/notesSlide" Target="/ppt/notesSlides/notesSlide12.xml" Id="Rc3d12d62e4a34ea4"/></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05773cbea0dc48da"/><Relationship Type="http://schemas.openxmlformats.org/officeDocument/2006/relationships/notesSlide" Target="/ppt/notesSlides/notesSlide13.xml" Id="Rb96b311a6d2f42b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992cc4ef1d254e4b"/><Relationship Type="http://schemas.openxmlformats.org/officeDocument/2006/relationships/notesSlide" Target="/ppt/notesSlides/notesSlide14.xml" Id="R2066c7aec4204f2c"/></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8ec493bee4f4fd2"/><Relationship Type="http://schemas.openxmlformats.org/officeDocument/2006/relationships/notesSlide" Target="/ppt/notesSlides/notesSlide15.xml" Id="R3d0e030b178f40b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0ee384ae4184286"/><Relationship Type="http://schemas.openxmlformats.org/officeDocument/2006/relationships/notesSlide" Target="/ppt/notesSlides/notesSlide16.xml" Id="R8b0fea286bf445c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6e0adfb3f74341ce"/><Relationship Type="http://schemas.openxmlformats.org/officeDocument/2006/relationships/notesSlide" Target="/ppt/notesSlides/notesSlide17.xml" Id="R3ab1472f40634b9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b9566d05b794a57"/><Relationship Type="http://schemas.openxmlformats.org/officeDocument/2006/relationships/notesSlide" Target="/ppt/notesSlides/notesSlide18.xml" Id="R7643dadbc496431d"/></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4"/>
          <c:y val=".035"/>
          <c:w val=".94"/>
          <c:h val=".71428571"/>
        </c:manualLayout>
      </c:layout>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Data'!$AG$2:$AG$6</c:f>
              <c:numCache>
                <c:formatCode>General</c:formatCode>
                <c:ptCount val="5"/>
                <c:pt idx="0">
                  <c:v>-0.01952103</c:v>
                </c:pt>
                <c:pt idx="1">
                  <c:v>0.01085768</c:v>
                </c:pt>
                <c:pt idx="2">
                  <c:v>0.00854269</c:v>
                </c:pt>
                <c:pt idx="3">
                  <c:v>0.00771191</c:v>
                </c:pt>
                <c:pt idx="4">
                  <c:v>0.00883193</c:v>
                </c:pt>
              </c:numCache>
            </c:numRef>
          </c:xVal>
          <c:yVal>
            <c:numRef>
              <c:f>'Chart Data'!$AH$2:$AH$6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9985337D-3BA4-4184-BC4F-06351AE6D0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9cceda6e49e4a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A64FA2FF-A699-4BBE-A7D4-B5649D07B21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15E69DDC-D9E5-4522-A5BF-6DD4EB56EF0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188DC81F-4A7B-4839-8B92-3DAC45BB655C}"/>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BFA50F1-D585-4E86-A002-1D8E3FC40A2D}"/>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DC5ACDB2-4D3D-415F-A32F-0991B52BD00A}"/>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710296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9BF667F7-AD7A-4F6D-827D-2BFA3996D69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777113C0-B01E-4B83-8A88-55B06F1D514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D9D26A4-F69A-4851-8E22-F0321287BA1E}"/>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15D6BA83-E23D-4E7F-B5EE-303A3EBD635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3304556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DA38FF1E-842D-4F32-B698-610C1B87B27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73C30790-33C2-44F3-8C28-0D1AC85F70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75C30972-77DD-4875-AFFD-AC180F74D42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8E6EF26E-936D-4628-949A-E248292ED83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6413126-8448-4036-8448-C25F433755D9}"/>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783D1FE6-EF45-4F1B-8089-9E823BCF7FD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8A133A1D-904E-4F18-AD44-3560CECB0534}"/>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BAD6D96D-1800-4C76-BA5E-6B659703BB9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B4274BFA-7D0F-44EB-B7ED-09EBDF8D496F}"/>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8A526275-2FDE-4B60-BB98-036C5CB5458F}"/>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CF0EF6B6-2D9A-41BB-B060-42BAD4AB6277}"/>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93300FB3-B872-4CD2-A982-524FF5E93C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8812911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14716F85-326E-44C3-8480-5F9F1C040D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90A67B86-C818-4B41-8EDA-A45F6E0130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462A3694-71E3-4F35-AE3E-5C64199A8DBC}"/>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7FEBCDA-381D-472C-A67C-5939138C644A}"/>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9210B449-028D-4C93-B84E-D1B1F5B3074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543DB4D6-56FD-41C7-B403-210C5B1D14D3}"/>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66C39E4C-7604-4640-AB22-CBEF00EEA07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BE25E418-DDD2-44DD-88CD-DC307F23A193}"/>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7BA2F7FC-16A1-448B-B540-22774B75697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7103308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D9EAB629-B490-44CD-9153-339CB218FA3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34C4000-04BF-4AA0-AA98-B0E7621ED7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C3F08245-9A09-4B5E-B2D3-608569E3EA17}"/>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0F0DCA62-B394-4203-B9B0-C937EEFD39B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26C2683-F65C-4869-94F5-AF96EC15589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5934586D-063E-4AB1-9C6E-DAC7CD3A756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F0BFBC9-56B8-4B7A-97CA-B036364E168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530EE16D-5E39-4C55-ACBE-1BE54E5304E0}"/>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7F66C55-BF22-4C80-93A4-41D7669063DF}"/>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0D57A1D4-BBD0-4B8F-89DC-2E8B7A40EAE3}"/>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4D08A4D9-173C-4F34-A853-0F1DE3BEDBD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708727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6713F455-97CC-4F15-9BF7-857EBA261EA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5D23D5B9-AEB5-4DB7-86FA-113B6856EE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c7458fcbe9d4cf2"/>
          </a:graphicData>
        </a:graphic>
      </p:graphicFrame>
      <p:sp>
        <p:nvSpPr>
          <p:cNvPr id="4" name="E5 paired change: +0.391   95% CI [0.365, 0.417]">
            <a:extLst xmlns:a="http://schemas.openxmlformats.org/drawingml/2006/main">
              <a:ext uri="{FF2B5EF4-FFF2-40B4-BE49-F238E27FC236}">
                <a16:creationId xmlns:a16="http://schemas.microsoft.com/office/drawing/2014/main" id="{D06BC9EC-88A9-47F9-A300-EA129812D548}"/>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A4C3F15D-624C-4A22-98B0-05F5994B558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3349562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4C6F503F-1D9C-4B8A-B7D8-CCAB691019B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C5B39734-9565-495D-88AA-00ED9CF87A6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EDCD08FC-2768-41A2-BA43-7A69218F1ED4}"/>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78FD7962-C5A8-4206-8925-FA2D3107DC8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C5C6733C-47E7-45E2-9B23-2682ACA88DFA}"/>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76C212AA-69C1-4C70-B091-BCCC1F51A852}"/>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2C440C97-FBC5-4312-9529-099477AC5E3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E22334E6-8A01-4389-BC3B-B42ECC03ED04}"/>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47C2BF30-A81C-48FF-BE57-51C2C58ECCA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0051302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FED2AFEC-B6CE-4A21-A463-C1A4C01692D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746238DA-059F-4E43-BC7E-B2C61D1A61A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3fc6ce01b814477d"/>
          </a:graphicData>
        </a:graphic>
      </p:graphicFrame>
      <p:sp>
        <p:nvSpPr>
          <p:cNvPr id="4" name="0.907">
            <a:extLst xmlns:a="http://schemas.openxmlformats.org/drawingml/2006/main">
              <a:ext uri="{FF2B5EF4-FFF2-40B4-BE49-F238E27FC236}">
                <a16:creationId xmlns:a16="http://schemas.microsoft.com/office/drawing/2014/main" id="{27CB5A32-D529-4281-82CF-98C926CEF5DF}"/>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844AAB2D-13E3-42FE-98B1-6536731E887C}"/>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17990529-E3D9-4275-B189-00C7BDE91BB9}"/>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0A30EB0-8394-4B2E-96B9-6A738A637391}"/>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826A7ECB-4AAB-4551-AFB2-E6B48E7D03DD}"/>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D2BC7351-2732-451B-9339-C3BA13874F2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8387438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58B64585-6BBD-4CEC-BAAD-65F642CB43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0102AF8B-7C8B-4465-830E-393B158067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E68FBC6C-5267-45B6-B021-A004AF54326D}"/>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15168b1f60da408f"/>
          </a:graphicData>
        </a:graphic>
      </p:graphicFrame>
      <p:sp>
        <p:nvSpPr>
          <p:cNvPr id="5" name="451.5">
            <a:extLst xmlns:a="http://schemas.openxmlformats.org/drawingml/2006/main">
              <a:ext uri="{FF2B5EF4-FFF2-40B4-BE49-F238E27FC236}">
                <a16:creationId xmlns:a16="http://schemas.microsoft.com/office/drawing/2014/main" id="{4952B80D-8B14-41B7-9AB0-FDA43DD0BF66}"/>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D0C2404E-48B0-48D0-BE4F-123D9F95DABB}"/>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BED29EBE-ED46-4672-8B12-C8C885E97055}"/>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AFCA6629-C1DC-43B0-9701-67CC4398E5BF}"/>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F94C0993-347D-41BE-A809-09AA4525763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9757917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and E5 across pool depths">
            <a:extLst xmlns:a="http://schemas.openxmlformats.org/drawingml/2006/main">
              <a:ext uri="{FF2B5EF4-FFF2-40B4-BE49-F238E27FC236}">
                <a16:creationId xmlns:a16="http://schemas.microsoft.com/office/drawing/2014/main" id="{E7D26FA6-E8E5-4739-BB00-2EECB93EB0D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3C55E4FE-59CE-43F7-A91D-9A33F40E5DE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28E51585-329C-4872-9846-4E8363574D29}"/>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5" name="Chart"/>
          <p:cNvGraphicFramePr/>
          <p:nvPr/>
        </p:nvGraphicFramePr>
        <p:xfrm>
          <a:off xmlns:a="http://schemas.openxmlformats.org/drawingml/2006/main" x="1733550" y="2276475"/>
          <a:ext xmlns:a="http://schemas.openxmlformats.org/drawingml/2006/main" cx="9848850" cy="3267075"/>
        </p:xfrm>
        <a:graphic xmlns:a="http://schemas.openxmlformats.org/drawingml/2006/main">
          <a:graphicData uri="http://schemas.openxmlformats.org/drawingml/2006/chart">
            <c:chart xmlns:r="http://schemas.openxmlformats.org/officeDocument/2006/relationships" xmlns:c="http://schemas.openxmlformats.org/drawingml/2006/chart" r:id="R1db5644d70ba4ef9"/>
          </a:graphicData>
        </a:graphic>
      </p:graphicFrame>
      <p:sp>
        <p:nvSpPr>
          <p:cNvPr id="5" name="K = 10">
            <a:extLst xmlns:a="http://schemas.openxmlformats.org/drawingml/2006/main">
              <a:ext uri="{FF2B5EF4-FFF2-40B4-BE49-F238E27FC236}">
                <a16:creationId xmlns:a16="http://schemas.microsoft.com/office/drawing/2014/main" id="{36C48C76-C22A-45A4-9167-D2AA5238C0DE}"/>
              </a:ext>
            </a:extLst>
          </p:cNvPr>
          <p:cNvSpPr>
            <a:spLocks xmlns:a="http://schemas.openxmlformats.org/drawingml/2006/main" noGrp="1"/>
          </p:cNvSpPr>
          <p:nvPr/>
        </p:nvSpPr>
        <p:spPr>
          <a:xfrm xmlns:a="http://schemas.openxmlformats.org/drawingml/2006/main">
            <a:off x="609600" y="24765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a:t>
            </a:r>
          </a:p>
        </p:txBody>
      </p:sp>
      <p:sp>
        <p:nvSpPr>
          <p:cNvPr id="6" name="K = 30">
            <a:extLst xmlns:a="http://schemas.openxmlformats.org/drawingml/2006/main">
              <a:ext uri="{FF2B5EF4-FFF2-40B4-BE49-F238E27FC236}">
                <a16:creationId xmlns:a16="http://schemas.microsoft.com/office/drawing/2014/main" id="{D210F8BB-D6FC-42DB-8E1B-44FBDFC04E61}"/>
              </a:ext>
            </a:extLst>
          </p:cNvPr>
          <p:cNvSpPr>
            <a:spLocks xmlns:a="http://schemas.openxmlformats.org/drawingml/2006/main" noGrp="1"/>
          </p:cNvSpPr>
          <p:nvPr/>
        </p:nvSpPr>
        <p:spPr>
          <a:xfrm xmlns:a="http://schemas.openxmlformats.org/drawingml/2006/main">
            <a:off x="609600" y="294322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30</a:t>
            </a:r>
          </a:p>
        </p:txBody>
      </p:sp>
      <p:sp>
        <p:nvSpPr>
          <p:cNvPr id="7" name="K = 50">
            <a:extLst xmlns:a="http://schemas.openxmlformats.org/drawingml/2006/main">
              <a:ext uri="{FF2B5EF4-FFF2-40B4-BE49-F238E27FC236}">
                <a16:creationId xmlns:a16="http://schemas.microsoft.com/office/drawing/2014/main" id="{F0E23D0B-0C40-426B-82B8-0A37B75A8BEC}"/>
              </a:ext>
            </a:extLst>
          </p:cNvPr>
          <p:cNvSpPr>
            <a:spLocks xmlns:a="http://schemas.openxmlformats.org/drawingml/2006/main" noGrp="1"/>
          </p:cNvSpPr>
          <p:nvPr/>
        </p:nvSpPr>
        <p:spPr>
          <a:xfrm xmlns:a="http://schemas.openxmlformats.org/drawingml/2006/main">
            <a:off x="609600" y="34099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50</a:t>
            </a:r>
          </a:p>
        </p:txBody>
      </p:sp>
      <p:sp>
        <p:nvSpPr>
          <p:cNvPr id="8" name="K = 100">
            <a:extLst xmlns:a="http://schemas.openxmlformats.org/drawingml/2006/main">
              <a:ext uri="{FF2B5EF4-FFF2-40B4-BE49-F238E27FC236}">
                <a16:creationId xmlns:a16="http://schemas.microsoft.com/office/drawing/2014/main" id="{BC8C2CC6-71F7-4DEE-9CC6-A11EF3617C5D}"/>
              </a:ext>
            </a:extLst>
          </p:cNvPr>
          <p:cNvSpPr>
            <a:spLocks xmlns:a="http://schemas.openxmlformats.org/drawingml/2006/main" noGrp="1"/>
          </p:cNvSpPr>
          <p:nvPr/>
        </p:nvSpPr>
        <p:spPr>
          <a:xfrm xmlns:a="http://schemas.openxmlformats.org/drawingml/2006/main">
            <a:off x="609600" y="38766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100</a:t>
            </a:r>
          </a:p>
        </p:txBody>
      </p:sp>
      <p:sp>
        <p:nvSpPr>
          <p:cNvPr id="9" name="K = 200">
            <a:extLst xmlns:a="http://schemas.openxmlformats.org/drawingml/2006/main">
              <a:ext uri="{FF2B5EF4-FFF2-40B4-BE49-F238E27FC236}">
                <a16:creationId xmlns:a16="http://schemas.microsoft.com/office/drawing/2014/main" id="{52AF3ABC-0FAA-4908-ACF7-633DEAF41870}"/>
              </a:ext>
            </a:extLst>
          </p:cNvPr>
          <p:cNvSpPr>
            <a:spLocks xmlns:a="http://schemas.openxmlformats.org/drawingml/2006/main" noGrp="1"/>
          </p:cNvSpPr>
          <p:nvPr/>
        </p:nvSpPr>
        <p:spPr>
          <a:xfrm xmlns:a="http://schemas.openxmlformats.org/drawingml/2006/main">
            <a:off x="609600" y="43434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200</a:t>
            </a:r>
          </a:p>
        </p:txBody>
      </p:sp>
      <p:sp>
        <p:nvSpPr>
          <p:cNvPr id="10" name="K = 200: +0.0088   95% CI [0.0082, 0.0095]">
            <a:extLst xmlns:a="http://schemas.openxmlformats.org/drawingml/2006/main">
              <a:ext uri="{FF2B5EF4-FFF2-40B4-BE49-F238E27FC236}">
                <a16:creationId xmlns:a16="http://schemas.microsoft.com/office/drawing/2014/main" id="{8C804CF7-0C3E-4C08-A013-F441C80A4843}"/>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11" name="Single-judge pseudo-labels. Mean differences wit">
            <a:extLst xmlns:a="http://schemas.openxmlformats.org/drawingml/2006/main">
              <a:ext uri="{FF2B5EF4-FFF2-40B4-BE49-F238E27FC236}">
                <a16:creationId xmlns:a16="http://schemas.microsoft.com/office/drawing/2014/main" id="{E3CA42F7-E36F-4769-9A31-25AE84A1550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687316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F5E843C2-4821-4317-9231-C422B03B7F3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BDCCF7B3-D79E-48BC-9AFD-68F8C4D43C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F783F116-3398-4BCC-A0EC-7CF146BEB9E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48a716e5c08e4b57"/>
          </a:graphicData>
        </a:graphic>
      </p:graphicFrame>
      <p:sp>
        <p:nvSpPr>
          <p:cNvPr id="5" name="14.4%">
            <a:extLst xmlns:a="http://schemas.openxmlformats.org/drawingml/2006/main">
              <a:ext uri="{FF2B5EF4-FFF2-40B4-BE49-F238E27FC236}">
                <a16:creationId xmlns:a16="http://schemas.microsoft.com/office/drawing/2014/main" id="{2FDFF73A-0256-4EA2-846C-9763A80377FE}"/>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0478F63F-C768-46A8-903F-3269040FF431}"/>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E2BA52DE-A1EA-4405-98F4-E1FA2CD12770}"/>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713A4CB7-698C-438A-A6C3-3AF32F5991DA}"/>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5B5032C4-20B6-43D5-9AF9-F562621C958A}"/>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CE7E3287-BABA-475B-B859-8353183673B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8778533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E205629A-8083-4CD2-8247-B29172DD647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A902C5D2-E32B-47D8-B3A4-C322AAF1FD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1A063C60-F0B3-4D2A-85E7-B6945E37F6B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4F2771-A1EF-4CC0-888F-9D5967C550A6}"/>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14E79C23-BA67-4E2B-9FB8-53C47ED18AC0}"/>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DD3D7C49-7E97-4F0D-BAD5-E3DBFA3535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2006806820"/>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1371B581-DBCF-4823-A74B-EE007C49991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73CE5CB3-19EE-4D82-A27C-3DB48FE3D9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9660162C-CEFF-4837-ABF5-55022E5BEF10}"/>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53A1E67A-A383-4A30-A0FB-C02A9D404840}"/>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52BD8E15-3708-4229-BA55-771716D86BEE}"/>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CEE2875A-9ABD-41D7-8D3B-FA9B79786A5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A1E4A949-0EE2-42AB-A72E-70AD1A8812EC}"/>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A6D0C290-15A8-46C1-940F-BB6335D4653A}"/>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9460F44A-904A-40FB-A84C-E5665CC990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3583988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40073114-729B-4F18-AD60-7F4C99E123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F41AE46C-0694-47B9-9D03-70F1A602376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EE6BA7C0-CCA8-49F8-96C8-4E31450C4C77}"/>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FD4E3EE7-34A8-4160-BF0C-0F1EEEF30D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921522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1D22039-FA19-4E14-AE65-038A50D3B1C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13F0691-521D-489E-9660-D298A846BE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A2DB387-53AF-4E8E-8848-E091A9577FB2}"/>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7088B4FE-A5E8-45AD-8666-0B925ADF4813}"/>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AF1AF436-B0B2-4D0F-AFC7-9666C5A6455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CDFFEFD3-C05A-4F72-AD43-AFEABB91CDFB}"/>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2A86074E-891E-4084-B341-D1F498AFC13F}"/>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E907EAA2-86DB-4FA0-BCBF-8C47A66903D1}"/>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C2FBB265-3776-4F43-8DBF-F81DEEC07899}"/>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FBC7F273-AED5-48DA-95A9-90E429570CB3}"/>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5EEFC74E-DF32-436B-8FD8-C744C7DD0FD7}"/>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2C6A91B9-1A09-4E00-A517-8A65B24B890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58715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A76A895A-574C-4DD1-9E96-D39FE3FB547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A27AC07E-334A-46DE-83A5-81F20152D92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3889180-B254-4C73-825A-D74E6B62CB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5300693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69EAD4BA-8D30-4CB9-B736-3DB38F7574A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73CCE5A6-9427-4DFC-BB36-768D017C3E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AB5892F3-CD62-45C6-89A0-EC5EAFC99084}"/>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23D3B065-D151-4AE1-98AE-F195B0253300}"/>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0C716766-9D2B-4C45-B1A2-534A6E1CAA7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5EF354C0-0F8A-4533-BB37-ED803850CB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4353685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F499874-18A1-47CB-B329-15981ACAA17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DCEB4DFD-6644-4F0B-85AA-B12C9FB49C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9AA84C43-B64A-48BB-965E-50C461A3F8D9}"/>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1E93A923-E5B6-47F1-A9AD-75E30936BAF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C124C393-F4C5-45D1-AD2F-8DC4011F8AEA}"/>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AA59C05-8DC5-4351-AC90-0FED8C1AE28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96452989-D953-4958-A1F9-14BF41EDE2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478129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