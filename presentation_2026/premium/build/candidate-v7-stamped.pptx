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4c4d1d86172461b"/><Relationship Type="http://schemas.openxmlformats.org/officeDocument/2006/relationships/extended-properties" Target="/docProps/app.xml" Id="R4be3a0d41f014161"/><Relationship Type="http://schemas.openxmlformats.org/officeDocument/2006/relationships/officeDocument" Target="/ppt/presentation.xml" Id="Rb1e65bcaf01b463c"/></Relationships>
</file>

<file path=ppt/presentation.xml><?xml version="1.0" encoding="utf-8"?>
<p:presentation xmlns:p="http://schemas.openxmlformats.org/presentationml/2006/main">
  <p:sldMasterIdLst>
    <p:sldMasterId xmlns:r="http://schemas.openxmlformats.org/officeDocument/2006/relationships" id="2147483648" r:id="R6c893b79ec31455d"/>
  </p:sldMasterIdLst>
  <p:notesMasterIdLst>
    <p:notesMasterId xmlns:r="http://schemas.openxmlformats.org/officeDocument/2006/relationships" r:id="Rd9d320520c0349bb"/>
  </p:notesMasterIdLst>
  <p:sldIdLst>
    <p:sldId xmlns:r="http://schemas.openxmlformats.org/officeDocument/2006/relationships" id="256" r:id="R5fe915a99d7c46d2"/>
    <p:sldId xmlns:r="http://schemas.openxmlformats.org/officeDocument/2006/relationships" id="257" r:id="R8a1c146cd1e348d6"/>
    <p:sldId xmlns:r="http://schemas.openxmlformats.org/officeDocument/2006/relationships" id="258" r:id="R87384f175540447e"/>
    <p:sldId xmlns:r="http://schemas.openxmlformats.org/officeDocument/2006/relationships" id="259" r:id="R7c4e437b20ed4bd0"/>
    <p:sldId xmlns:r="http://schemas.openxmlformats.org/officeDocument/2006/relationships" id="260" r:id="Rcfaac3960bcc46b9"/>
    <p:sldId xmlns:r="http://schemas.openxmlformats.org/officeDocument/2006/relationships" id="261" r:id="Rb9da4cde60544a3e"/>
    <p:sldId xmlns:r="http://schemas.openxmlformats.org/officeDocument/2006/relationships" id="262" r:id="R66b96da449af4e65"/>
    <p:sldId xmlns:r="http://schemas.openxmlformats.org/officeDocument/2006/relationships" id="263" r:id="R40f85d4a2b7d40f8"/>
    <p:sldId xmlns:r="http://schemas.openxmlformats.org/officeDocument/2006/relationships" id="264" r:id="Rf14e66c94e0d4873"/>
    <p:sldId xmlns:r="http://schemas.openxmlformats.org/officeDocument/2006/relationships" id="265" r:id="R38603e96a34c45de"/>
    <p:sldId xmlns:r="http://schemas.openxmlformats.org/officeDocument/2006/relationships" id="266" r:id="R58e4cb9d534042ea"/>
    <p:sldId xmlns:r="http://schemas.openxmlformats.org/officeDocument/2006/relationships" id="267" r:id="R8405ebe8a2da49bd"/>
    <p:sldId xmlns:r="http://schemas.openxmlformats.org/officeDocument/2006/relationships" id="268" r:id="R4bb4e248f52d47d1"/>
    <p:sldId xmlns:r="http://schemas.openxmlformats.org/officeDocument/2006/relationships" id="269" r:id="R900031601bba4dd6"/>
    <p:sldId xmlns:r="http://schemas.openxmlformats.org/officeDocument/2006/relationships" id="270" r:id="R6c8c8f2d3ab84693"/>
    <p:sldId xmlns:r="http://schemas.openxmlformats.org/officeDocument/2006/relationships" id="271" r:id="R3b40f1c95ac94c5a"/>
    <p:sldId xmlns:r="http://schemas.openxmlformats.org/officeDocument/2006/relationships" id="272" r:id="Ra6dc97a597cb4377"/>
    <p:sldId xmlns:r="http://schemas.openxmlformats.org/officeDocument/2006/relationships" id="273" r:id="R815988e1bf6f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1c9fddaf71e54d87"/><Relationship Type="http://schemas.openxmlformats.org/officeDocument/2006/relationships/slideMaster" Target="/ppt/slideMasters/slideMaster1.xml" Id="R6c893b79ec31455d"/><Relationship Type="http://schemas.openxmlformats.org/officeDocument/2006/relationships/notesMaster" Target="/ppt/notesMasters/notesMaster1.xml" Id="Rd9d320520c0349bb"/><Relationship Type="http://schemas.openxmlformats.org/officeDocument/2006/relationships/presProps" Target="/ppt/presProps.xml" Id="R309c38c3ca1e42e2"/><Relationship Type="http://schemas.openxmlformats.org/officeDocument/2006/relationships/tableStyles" Target="/ppt/tableStyles.xml" Id="Rafd6320cd8584dfa"/><Relationship Type="http://schemas.openxmlformats.org/officeDocument/2006/relationships/slide" Target="/ppt/slides/slide1.xml" Id="R5fe915a99d7c46d2"/><Relationship Type="http://schemas.openxmlformats.org/officeDocument/2006/relationships/slide" Target="/ppt/slides/slide2.xml" Id="R8a1c146cd1e348d6"/><Relationship Type="http://schemas.openxmlformats.org/officeDocument/2006/relationships/slide" Target="/ppt/slides/slide3.xml" Id="R87384f175540447e"/><Relationship Type="http://schemas.openxmlformats.org/officeDocument/2006/relationships/slide" Target="/ppt/slides/slide4.xml" Id="R7c4e437b20ed4bd0"/><Relationship Type="http://schemas.openxmlformats.org/officeDocument/2006/relationships/slide" Target="/ppt/slides/slide5.xml" Id="Rcfaac3960bcc46b9"/><Relationship Type="http://schemas.openxmlformats.org/officeDocument/2006/relationships/slide" Target="/ppt/slides/slide6.xml" Id="Rb9da4cde60544a3e"/><Relationship Type="http://schemas.openxmlformats.org/officeDocument/2006/relationships/slide" Target="/ppt/slides/slide7.xml" Id="R66b96da449af4e65"/><Relationship Type="http://schemas.openxmlformats.org/officeDocument/2006/relationships/slide" Target="/ppt/slides/slide8.xml" Id="R40f85d4a2b7d40f8"/><Relationship Type="http://schemas.openxmlformats.org/officeDocument/2006/relationships/slide" Target="/ppt/slides/slide9.xml" Id="Rf14e66c94e0d4873"/><Relationship Type="http://schemas.openxmlformats.org/officeDocument/2006/relationships/slide" Target="/ppt/slides/slide10.xml" Id="R38603e96a34c45de"/><Relationship Type="http://schemas.openxmlformats.org/officeDocument/2006/relationships/slide" Target="/ppt/slides/slide11.xml" Id="R58e4cb9d534042ea"/><Relationship Type="http://schemas.openxmlformats.org/officeDocument/2006/relationships/slide" Target="/ppt/slides/slide12.xml" Id="R8405ebe8a2da49bd"/><Relationship Type="http://schemas.openxmlformats.org/officeDocument/2006/relationships/slide" Target="/ppt/slides/slide13.xml" Id="R4bb4e248f52d47d1"/><Relationship Type="http://schemas.openxmlformats.org/officeDocument/2006/relationships/slide" Target="/ppt/slides/slide14.xml" Id="R900031601bba4dd6"/><Relationship Type="http://schemas.openxmlformats.org/officeDocument/2006/relationships/slide" Target="/ppt/slides/slide15.xml" Id="R6c8c8f2d3ab84693"/><Relationship Type="http://schemas.openxmlformats.org/officeDocument/2006/relationships/slide" Target="/ppt/slides/slide16.xml" Id="R3b40f1c95ac94c5a"/><Relationship Type="http://schemas.openxmlformats.org/officeDocument/2006/relationships/slide" Target="/ppt/slides/slide17.xml" Id="Ra6dc97a597cb4377"/><Relationship Type="http://schemas.openxmlformats.org/officeDocument/2006/relationships/slide" Target="/ppt/slides/slide18.xml" Id="R815988e1bf6f43f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5add6d3d6f64a5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2b1a3e8e16564348"/><Relationship Type="http://schemas.openxmlformats.org/officeDocument/2006/relationships/notesMaster" Target="/ppt/notesMasters/notesMaster1.xml" Id="R66ef063a817443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4d35b503f574fef"/><Relationship Type="http://schemas.openxmlformats.org/officeDocument/2006/relationships/notesMaster" Target="/ppt/notesMasters/notesMaster1.xml" Id="R65523272b13b4c9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3c871a5eedeb4bd3"/><Relationship Type="http://schemas.openxmlformats.org/officeDocument/2006/relationships/notesMaster" Target="/ppt/notesMasters/notesMaster1.xml" Id="R320d28d726694067"/></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93c63247ae448c3"/><Relationship Type="http://schemas.openxmlformats.org/officeDocument/2006/relationships/notesMaster" Target="/ppt/notesMasters/notesMaster1.xml" Id="R7dfe60ed6f0b48b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0ca0a9d1543e4633"/><Relationship Type="http://schemas.openxmlformats.org/officeDocument/2006/relationships/notesMaster" Target="/ppt/notesMasters/notesMaster1.xml" Id="R29594a21bcbd40ae"/></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14f475fb3b6a4036"/><Relationship Type="http://schemas.openxmlformats.org/officeDocument/2006/relationships/notesMaster" Target="/ppt/notesMasters/notesMaster1.xml" Id="Rf6351a12bdd94e1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a3d0bc9d96e46dc"/><Relationship Type="http://schemas.openxmlformats.org/officeDocument/2006/relationships/notesMaster" Target="/ppt/notesMasters/notesMaster1.xml" Id="Rc06ae935a6534ff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c752290dc95464f"/><Relationship Type="http://schemas.openxmlformats.org/officeDocument/2006/relationships/notesMaster" Target="/ppt/notesMasters/notesMaster1.xml" Id="Rc28bccbde71c405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63ec361d8f94971"/><Relationship Type="http://schemas.openxmlformats.org/officeDocument/2006/relationships/notesMaster" Target="/ppt/notesMasters/notesMaster1.xml" Id="R30512c7fbcf6455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1c8eaa41e8e247a6"/><Relationship Type="http://schemas.openxmlformats.org/officeDocument/2006/relationships/notesMaster" Target="/ppt/notesMasters/notesMaster1.xml" Id="R851bdf97fde9467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70a8f076bcc4402"/><Relationship Type="http://schemas.openxmlformats.org/officeDocument/2006/relationships/notesMaster" Target="/ppt/notesMasters/notesMaster1.xml" Id="Ra2bd35c26a7f4dd0"/></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936ccc7e9f5a4235"/><Relationship Type="http://schemas.openxmlformats.org/officeDocument/2006/relationships/notesMaster" Target="/ppt/notesMasters/notesMaster1.xml" Id="R94a6827651b8431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1f80b59c7a574791"/><Relationship Type="http://schemas.openxmlformats.org/officeDocument/2006/relationships/notesMaster" Target="/ppt/notesMasters/notesMaster1.xml" Id="Rc04e19ebb8ec41a0"/></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1ece30cd307f426a"/><Relationship Type="http://schemas.openxmlformats.org/officeDocument/2006/relationships/notesMaster" Target="/ppt/notesMasters/notesMaster1.xml" Id="R2f28b43dfe504e57"/></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be03e330dd24298"/><Relationship Type="http://schemas.openxmlformats.org/officeDocument/2006/relationships/notesMaster" Target="/ppt/notesMasters/notesMaster1.xml" Id="Rdfbdc9f6614e4ac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44dcc31132d48b6"/><Relationship Type="http://schemas.openxmlformats.org/officeDocument/2006/relationships/notesMaster" Target="/ppt/notesMasters/notesMaster1.xml" Id="Rc7dfe41443344972"/></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31449be4aed4d43"/><Relationship Type="http://schemas.openxmlformats.org/officeDocument/2006/relationships/notesMaster" Target="/ppt/notesMasters/notesMaster1.xml" Id="R7385b917b72e44a8"/></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060316dbe78f4d8d"/><Relationship Type="http://schemas.openxmlformats.org/officeDocument/2006/relationships/notesMaster" Target="/ppt/notesMasters/notesMaster1.xml" Id="R7302555607e1440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b366a565a364b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5d6ade9c4f34cc0"/><Relationship Type="http://schemas.openxmlformats.org/officeDocument/2006/relationships/slideLayout" Target="/ppt/slideLayouts/slideLayout1.xml" Id="Rf16b4305047443a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6b4305047443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3799c164af04e5c"/><Relationship Type="http://schemas.openxmlformats.org/officeDocument/2006/relationships/image" Target="/ppt/media/image.png" Id="R70e3cd24c92746ca"/><Relationship Type="http://schemas.openxmlformats.org/officeDocument/2006/relationships/notesSlide" Target="/ppt/notesSlides/notesSlide1.xml" Id="R55eebe1b7670450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375312362944168"/><Relationship Type="http://schemas.openxmlformats.org/officeDocument/2006/relationships/notesSlide" Target="/ppt/notesSlides/notesSlide2.xml" Id="Rd7220b5e8d47452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1e0e0b287b34e89"/><Relationship Type="http://schemas.openxmlformats.org/officeDocument/2006/relationships/notesSlide" Target="/ppt/notesSlides/notesSlide3.xml" Id="R00ef51c73b2e436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d07b552cd1f84d92"/><Relationship Type="http://schemas.openxmlformats.org/officeDocument/2006/relationships/notesSlide" Target="/ppt/notesSlides/notesSlide4.xml" Id="Ra212a14dbdbc4aa0"/></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ff408fde4e4cb0"/><Relationship Type="http://schemas.openxmlformats.org/officeDocument/2006/relationships/notesSlide" Target="/ppt/notesSlides/notesSlide5.xml" Id="Rdf162c3327da466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324c09be4ae4ff4"/><Relationship Type="http://schemas.openxmlformats.org/officeDocument/2006/relationships/chart" Target="/ppt/slides/charts/chart1.xml" Id="R65b31536d79142a1"/><Relationship Type="http://schemas.openxmlformats.org/officeDocument/2006/relationships/notesSlide" Target="/ppt/notesSlides/notesSlide6.xml" Id="R26a89f29219b4e71"/></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412cbd6c74234bd7"/><Relationship Type="http://schemas.openxmlformats.org/officeDocument/2006/relationships/notesSlide" Target="/ppt/notesSlides/notesSlide7.xml" Id="Rd1c18fd21445496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b32f91a5e8a49ee"/><Relationship Type="http://schemas.openxmlformats.org/officeDocument/2006/relationships/chart" Target="/ppt/slides/charts/chart2.xml" Id="R3a10f349e98b49bd"/><Relationship Type="http://schemas.openxmlformats.org/officeDocument/2006/relationships/notesSlide" Target="/ppt/notesSlides/notesSlide8.xml" Id="R4aeb430d41ea44a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35e99bb9384e78"/><Relationship Type="http://schemas.openxmlformats.org/officeDocument/2006/relationships/chart" Target="/ppt/slides/charts/chart3.xml" Id="R4d6a318e452b4cca"/><Relationship Type="http://schemas.openxmlformats.org/officeDocument/2006/relationships/notesSlide" Target="/ppt/notesSlides/notesSlide9.xml" Id="R8fd172ee0a8342c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b4ec30e685e3467e"/><Relationship Type="http://schemas.openxmlformats.org/officeDocument/2006/relationships/chart" Target="/ppt/slides/charts/chart4.xml" Id="R888fdfda4ed049a8"/><Relationship Type="http://schemas.openxmlformats.org/officeDocument/2006/relationships/notesSlide" Target="/ppt/notesSlides/notesSlide10.xml" Id="Rce593e6ca08641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9956dc48043349c5"/><Relationship Type="http://schemas.openxmlformats.org/officeDocument/2006/relationships/chart" Target="/ppt/slides/charts/chart5.xml" Id="R34605d364bf841c3"/><Relationship Type="http://schemas.openxmlformats.org/officeDocument/2006/relationships/notesSlide" Target="/ppt/notesSlides/notesSlide11.xml" Id="R16b5fe2cb32f4079"/></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c5983dcca424aa6"/><Relationship Type="http://schemas.openxmlformats.org/officeDocument/2006/relationships/notesSlide" Target="/ppt/notesSlides/notesSlide12.xml" Id="Ra008c7db56784ab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4a99c4bf0394a76"/><Relationship Type="http://schemas.openxmlformats.org/officeDocument/2006/relationships/notesSlide" Target="/ppt/notesSlides/notesSlide13.xml" Id="R6f7cbd22e8224b2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fa1f53afb5a4b64"/><Relationship Type="http://schemas.openxmlformats.org/officeDocument/2006/relationships/notesSlide" Target="/ppt/notesSlides/notesSlide14.xml" Id="R4bc518b49a3b4b0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f25342357d8469b"/><Relationship Type="http://schemas.openxmlformats.org/officeDocument/2006/relationships/notesSlide" Target="/ppt/notesSlides/notesSlide15.xml" Id="R4ec70ab7e38f400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edb9c4c81354f71"/><Relationship Type="http://schemas.openxmlformats.org/officeDocument/2006/relationships/notesSlide" Target="/ppt/notesSlides/notesSlide16.xml" Id="Rb336f316e2624e6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b06f7a06fd44a68"/><Relationship Type="http://schemas.openxmlformats.org/officeDocument/2006/relationships/notesSlide" Target="/ppt/notesSlides/notesSlide17.xml" Id="R4fe2d3d21dbb452a"/></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991015466e6b46f7"/><Relationship Type="http://schemas.openxmlformats.org/officeDocument/2006/relationships/notesSlide" Target="/ppt/notesSlides/notesSlide18.xml" Id="Rc88e100a4e164591"/></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4B43CD9B-6D56-4033-A3C9-A0E9998D9A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e3cd24c92746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3FCABBCE-7E41-4FC8-99F3-615A550916E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301C6D34-A837-4506-9A92-724998011DD1}"/>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E34ECA7-5B56-46C0-ABFC-148919E26226}"/>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517C2FA-2C8F-4512-8749-DFBC3CAC8970}"/>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9A2FE8EF-B396-4E14-8203-E69DA9C0742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884947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E976610-291A-488F-80DA-91A0B28ACFA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5C7CFE0F-4052-4409-AEE9-6D0CB5409E0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FB8C9B31-B3FE-4743-B534-5D5CFA1E3195}"/>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47321E33-1113-4BFB-9AE3-D50B957E98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56211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BB5E0730-85CD-4889-BDE3-FB4C8DEDB30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7C7CA90B-3E42-4F57-BDC4-AF49B0F5A3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D54BD6C-FB13-467D-9120-5697BA561A4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42FA110-4D27-4B22-BA10-924A8B61FBCF}"/>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334F0D8E-F0C7-4043-836D-21B2C4EEB29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4EB8BBC4-0D61-4EFC-9662-932CBAAABA6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10EBA43D-D307-44E5-B988-5793C00BF7D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CEB1346-A953-4BB9-B281-8DAA9C452F8F}"/>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58014A15-6209-46DD-B1F9-814A477DD80F}"/>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A6DAA8F-9704-4C47-91BB-436FB94DF4E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21CE6B9-6436-4805-BD59-A951990ABF1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89B0C5EF-BE73-44DC-80F5-61E88A7694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1409038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E06EB027-6063-4471-BD21-DC6C60928A4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CB04196-00C3-4B55-A7F1-4FB717F0D62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C70C6951-9B4C-4618-A5BE-A2B54A59DF3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2469442F-4344-448E-BB3D-D8321AAEFC41}"/>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81C4366-5C61-43A5-A1E9-8847B9D70DA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CF0AD41E-2A38-4835-AE46-EBAF57D10889}"/>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73D7F37-DC1F-4F07-A903-E5F5F432822E}"/>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4F1D4B3A-3437-4D82-ABC2-0922577DA2DE}"/>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7AC7611C-E74C-4803-AF57-5FE8F9E11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197357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444CCA43-FF54-4CB6-B11D-2F3823C5F95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798D733D-9A2E-462D-9137-A51B0173C8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84ACAC12-7858-496D-B1B6-C7BDB1A929F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5B6504F-CEE4-4EF7-BF5A-159C833159D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1496EA97-2857-4A6C-81B4-0CAC4E5814DE}"/>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065FFFCD-2AA5-4072-B6F7-EB84B9959D7A}"/>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10F4AE7F-861D-446B-9A52-274B5264BDE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73594EAD-C2EB-455C-AFB0-66B05381CD0B}"/>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DE928170-6F2F-4CB3-AA6A-265BABCAD3C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94D2EDA5-1828-458B-89D9-65E002E7C04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C727F764-1239-4546-9D42-C12EDBB3C7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470154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0236E1D2-02EE-46AD-85C6-655D1AC7C9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B84A4F8F-1633-481A-8A9F-4FFC5FA316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65b31536d79142a1"/>
          </a:graphicData>
        </a:graphic>
      </p:graphicFrame>
      <p:sp>
        <p:nvSpPr>
          <p:cNvPr id="4" name="E5 paired change: +0.391   95% CI [0.365, 0.417]">
            <a:extLst xmlns:a="http://schemas.openxmlformats.org/drawingml/2006/main">
              <a:ext uri="{FF2B5EF4-FFF2-40B4-BE49-F238E27FC236}">
                <a16:creationId xmlns:a16="http://schemas.microsoft.com/office/drawing/2014/main" id="{D662986B-69AF-42CF-AC8A-9F01721AB26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CD845E72-AF16-45E6-BB1F-AD0C3A8427A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2072666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94000BE-AD0A-409A-BB99-870DEE0DAC6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BBDC1A12-8C79-4F79-B7FD-52B4FC381D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71DBE294-C807-41A0-83A7-3884F9AFF05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FAAC60B2-F7FB-4A8F-AFB6-AB0C162B3BC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94200DA2-DA94-4A06-A9A6-A6708FA468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388E144B-9A2D-4E84-9EDA-C05AFC33BEED}"/>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620C88B3-417D-413B-B81E-6AAC7236C59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1D77754-9E04-4303-B825-93E4AEFF73E9}"/>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96799D96-66F4-42C4-8513-B73173DE036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535462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58727947-2274-4857-933C-FBAE17A80D6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62F766BF-C9CE-48D0-A83F-1743B8B37B0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3a10f349e98b49bd"/>
          </a:graphicData>
        </a:graphic>
      </p:graphicFrame>
      <p:sp>
        <p:nvSpPr>
          <p:cNvPr id="4" name="0.907">
            <a:extLst xmlns:a="http://schemas.openxmlformats.org/drawingml/2006/main">
              <a:ext uri="{FF2B5EF4-FFF2-40B4-BE49-F238E27FC236}">
                <a16:creationId xmlns:a16="http://schemas.microsoft.com/office/drawing/2014/main" id="{CCFA2E2B-4934-49D4-A09D-CA8D8D131BE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D55EBA31-8953-4D1D-AAE7-5AD51587125E}"/>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54D04BCC-873C-45E8-A372-57769C48DF9A}"/>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E9523266-9651-449E-AAF3-C28992F03ECA}"/>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120B9110-FAE2-40D1-B9F7-36348CE899F6}"/>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D243CFB-9137-4153-970D-556A375828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095358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67BE3ABD-D020-4E70-8A2D-5AA442B527A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03D9C97-5EEB-4B88-B56B-0CB65A886D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382C2B78-D68C-41FE-9B60-59003278E550}"/>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d6a318e452b4cca"/>
          </a:graphicData>
        </a:graphic>
      </p:graphicFrame>
      <p:sp>
        <p:nvSpPr>
          <p:cNvPr id="5" name="451.5">
            <a:extLst xmlns:a="http://schemas.openxmlformats.org/drawingml/2006/main">
              <a:ext uri="{FF2B5EF4-FFF2-40B4-BE49-F238E27FC236}">
                <a16:creationId xmlns:a16="http://schemas.microsoft.com/office/drawing/2014/main" id="{2D986C14-5834-4F5C-8A12-294F797BC5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25E95D-7549-4DCC-BB0C-668CB960EA8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044970F9-7648-4F04-A8F1-538233A7021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FD72F328-DA1E-421F-86E6-7581A920155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A71D3222-9911-4BE2-A6A0-0EDD3BBDAAC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3711704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and E5 across pool depths">
            <a:extLst xmlns:a="http://schemas.openxmlformats.org/drawingml/2006/main">
              <a:ext uri="{FF2B5EF4-FFF2-40B4-BE49-F238E27FC236}">
                <a16:creationId xmlns:a16="http://schemas.microsoft.com/office/drawing/2014/main" id="{25BED818-5E34-4B68-B78A-787B9817FC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60E249A9-6562-417A-BEF7-7F632F6002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A5C09426-9276-4956-A576-988A6E56EDE3}"/>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5" name="Chart"/>
          <p:cNvGraphicFramePr/>
          <p:nvPr/>
        </p:nvGraphicFramePr>
        <p:xfrm>
          <a:off xmlns:a="http://schemas.openxmlformats.org/drawingml/2006/main" x="1733550" y="2276475"/>
          <a:ext xmlns:a="http://schemas.openxmlformats.org/drawingml/2006/main" cx="9848850" cy="3267075"/>
        </p:xfrm>
        <a:graphic xmlns:a="http://schemas.openxmlformats.org/drawingml/2006/main">
          <a:graphicData uri="http://schemas.openxmlformats.org/drawingml/2006/chart">
            <c:chart xmlns:r="http://schemas.openxmlformats.org/officeDocument/2006/relationships" xmlns:c="http://schemas.openxmlformats.org/drawingml/2006/chart" r:id="R888fdfda4ed049a8"/>
          </a:graphicData>
        </a:graphic>
      </p:graphicFrame>
      <p:sp>
        <p:nvSpPr>
          <p:cNvPr id="5" name="K = 10">
            <a:extLst xmlns:a="http://schemas.openxmlformats.org/drawingml/2006/main">
              <a:ext uri="{FF2B5EF4-FFF2-40B4-BE49-F238E27FC236}">
                <a16:creationId xmlns:a16="http://schemas.microsoft.com/office/drawing/2014/main" id="{318048D5-A361-4B20-83BF-5F2F7993C94A}"/>
              </a:ext>
            </a:extLst>
          </p:cNvPr>
          <p:cNvSpPr>
            <a:spLocks xmlns:a="http://schemas.openxmlformats.org/drawingml/2006/main" noGrp="1"/>
          </p:cNvSpPr>
          <p:nvPr/>
        </p:nvSpPr>
        <p:spPr>
          <a:xfrm xmlns:a="http://schemas.openxmlformats.org/drawingml/2006/main">
            <a:off x="609600" y="25050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a:t>
            </a:r>
          </a:p>
        </p:txBody>
      </p:sp>
      <p:sp>
        <p:nvSpPr>
          <p:cNvPr id="6" name="K = 30">
            <a:extLst xmlns:a="http://schemas.openxmlformats.org/drawingml/2006/main">
              <a:ext uri="{FF2B5EF4-FFF2-40B4-BE49-F238E27FC236}">
                <a16:creationId xmlns:a16="http://schemas.microsoft.com/office/drawing/2014/main" id="{C2BFFF2F-DB95-4F6F-9572-634BAB39C3A6}"/>
              </a:ext>
            </a:extLst>
          </p:cNvPr>
          <p:cNvSpPr>
            <a:spLocks xmlns:a="http://schemas.openxmlformats.org/drawingml/2006/main" noGrp="1"/>
          </p:cNvSpPr>
          <p:nvPr/>
        </p:nvSpPr>
        <p:spPr>
          <a:xfrm xmlns:a="http://schemas.openxmlformats.org/drawingml/2006/main">
            <a:off x="609600" y="29718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30</a:t>
            </a:r>
          </a:p>
        </p:txBody>
      </p:sp>
      <p:sp>
        <p:nvSpPr>
          <p:cNvPr id="7" name="K = 50">
            <a:extLst xmlns:a="http://schemas.openxmlformats.org/drawingml/2006/main">
              <a:ext uri="{FF2B5EF4-FFF2-40B4-BE49-F238E27FC236}">
                <a16:creationId xmlns:a16="http://schemas.microsoft.com/office/drawing/2014/main" id="{626C7EEE-7314-4538-97C4-467C3D19EDCD}"/>
              </a:ext>
            </a:extLst>
          </p:cNvPr>
          <p:cNvSpPr>
            <a:spLocks xmlns:a="http://schemas.openxmlformats.org/drawingml/2006/main" noGrp="1"/>
          </p:cNvSpPr>
          <p:nvPr/>
        </p:nvSpPr>
        <p:spPr>
          <a:xfrm xmlns:a="http://schemas.openxmlformats.org/drawingml/2006/main">
            <a:off x="609600" y="343852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50</a:t>
            </a:r>
          </a:p>
        </p:txBody>
      </p:sp>
      <p:sp>
        <p:nvSpPr>
          <p:cNvPr id="8" name="K = 100">
            <a:extLst xmlns:a="http://schemas.openxmlformats.org/drawingml/2006/main">
              <a:ext uri="{FF2B5EF4-FFF2-40B4-BE49-F238E27FC236}">
                <a16:creationId xmlns:a16="http://schemas.microsoft.com/office/drawing/2014/main" id="{D92D6E17-A19D-4A5E-BBFD-6AEE9F9F2C3B}"/>
              </a:ext>
            </a:extLst>
          </p:cNvPr>
          <p:cNvSpPr>
            <a:spLocks xmlns:a="http://schemas.openxmlformats.org/drawingml/2006/main" noGrp="1"/>
          </p:cNvSpPr>
          <p:nvPr/>
        </p:nvSpPr>
        <p:spPr>
          <a:xfrm xmlns:a="http://schemas.openxmlformats.org/drawingml/2006/main">
            <a:off x="609600" y="39052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100</a:t>
            </a:r>
          </a:p>
        </p:txBody>
      </p:sp>
      <p:sp>
        <p:nvSpPr>
          <p:cNvPr id="9" name="K = 200">
            <a:extLst xmlns:a="http://schemas.openxmlformats.org/drawingml/2006/main">
              <a:ext uri="{FF2B5EF4-FFF2-40B4-BE49-F238E27FC236}">
                <a16:creationId xmlns:a16="http://schemas.microsoft.com/office/drawing/2014/main" id="{94A95C48-093B-42D2-B051-C72E5B928641}"/>
              </a:ext>
            </a:extLst>
          </p:cNvPr>
          <p:cNvSpPr>
            <a:spLocks xmlns:a="http://schemas.openxmlformats.org/drawingml/2006/main" noGrp="1"/>
          </p:cNvSpPr>
          <p:nvPr/>
        </p:nvSpPr>
        <p:spPr>
          <a:xfrm xmlns:a="http://schemas.openxmlformats.org/drawingml/2006/main">
            <a:off x="609600" y="4371975"/>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 200</a:t>
            </a:r>
          </a:p>
        </p:txBody>
      </p:sp>
      <p:sp>
        <p:nvSpPr>
          <p:cNvPr id="10" name="K = 200: +0.0088   95% CI [0.0082, 0.0095]">
            <a:extLst xmlns:a="http://schemas.openxmlformats.org/drawingml/2006/main">
              <a:ext uri="{FF2B5EF4-FFF2-40B4-BE49-F238E27FC236}">
                <a16:creationId xmlns:a16="http://schemas.microsoft.com/office/drawing/2014/main" id="{BB11F3D9-20B8-465A-83E1-D9136C9DD234}"/>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11" name="Single-judge pseudo-labels. Mean differences wit">
            <a:extLst xmlns:a="http://schemas.openxmlformats.org/drawingml/2006/main">
              <a:ext uri="{FF2B5EF4-FFF2-40B4-BE49-F238E27FC236}">
                <a16:creationId xmlns:a16="http://schemas.microsoft.com/office/drawing/2014/main" id="{F40DCE8C-EA3F-4899-9BA3-23569328D0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6641902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66E3207-D853-4F0C-9B7E-44F88015492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853A69D0-4BE8-4722-945E-614F93D7F6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EB3959C7-C89F-4D0D-AC9D-8E601F6CA681}"/>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605d364bf841c3"/>
          </a:graphicData>
        </a:graphic>
      </p:graphicFrame>
      <p:sp>
        <p:nvSpPr>
          <p:cNvPr id="5" name="14.4%">
            <a:extLst xmlns:a="http://schemas.openxmlformats.org/drawingml/2006/main">
              <a:ext uri="{FF2B5EF4-FFF2-40B4-BE49-F238E27FC236}">
                <a16:creationId xmlns:a16="http://schemas.microsoft.com/office/drawing/2014/main" id="{64D834C2-5EAB-4A6A-8841-6978DB2950C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A1FD44BB-7B16-4013-866A-35ADC466F3F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63939BD-F77D-49C5-8205-71D026A5F43C}"/>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A4FE4721-1AE2-4F38-9E2A-873E2837CA8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83177271-3B30-4D0D-8C9D-13DF213885CD}"/>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D8863A91-00D9-4BE7-B1BB-A676A259508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4600482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13331B24-939A-4D0C-B550-2ADD46E4924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446AA98B-EDF3-46AA-8F1F-0DBE4067E24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306E9234-E805-4C9F-B42C-6E98535C39C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DC70A5-DF85-4C4B-92C6-8E62BDB8B61E}"/>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6A7C535-8023-4EEA-91E7-ED9C98A7A829}"/>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A688B501-BAC1-4A85-BEED-DE72D54AA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70480350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2309CCF-303D-44E6-8BD4-93EC3F46F5D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54781D7C-7CE8-49FE-BA55-EC07EC138D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E1E1FE8A-5B32-43A0-8728-4C341B21AB3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E7C3729-FDDD-4198-A07A-8B1A62885A30}"/>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EA7ADF9B-2917-42A8-92CA-B4612F86A2B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F33253D-38BC-49F1-AB62-3BCE24DFF1B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690598AD-8C8E-4A82-93C2-3BB98A48524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5F9524AF-E053-4DDA-A8BA-E4D8A7BC25B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9CE2FCE6-4A79-4653-A057-2E1151CC0F3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3385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CEE2416-9DF8-4655-B80C-6C0A7DF1DD7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94F462EC-969A-4777-BC47-A0670667E7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EED159D5-F702-4314-872B-DCE4727CFE8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00D5C01-D163-4C30-8C64-2D5B248451A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596508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38C836DF-9736-40DD-90C6-B2E0D0A7F1A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D57E93BF-2FB6-4569-A37C-2CE16EF0DA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F79242BC-FC12-4756-8ADA-EC54435A9872}"/>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9C51B548-9F13-451C-B6C0-8F0B6F23AE7C}"/>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C6D9F3A6-F528-4DCB-8DD2-09421308061F}"/>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DD0FBA7-44C2-45C0-8032-480A8B03A93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661F60C6-76DC-41C6-8A0F-CADC75B0C2A1}"/>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317EBDEC-C711-4D80-834D-FDB4ED35B5F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7D95E158-09B6-43EE-B5E2-9E34145B1598}"/>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B747D10-A135-480E-BC0F-F3B621EBC986}"/>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629E97A-4C72-4B29-8AC4-10334AFE55D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BBF6C806-B247-4A5D-9342-4215713AE4D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0744553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10FABF23-B481-4085-8845-56CE21530B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C8BD4F3C-0AFC-4001-A700-E567AB1A7B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69C900B3-9CF8-4529-81BC-E9BFAB61BF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5120854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58C27889-CEAC-4683-A880-D0436DDF96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C7A1D69-4B7C-4CD4-840F-76649AB334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FB49ACC9-2FAE-4CB0-A291-C9B2B424642A}"/>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73A40A15-D739-421C-8800-43E437F1BF39}"/>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AC8E9C9-8694-441B-B5C5-658794C62B5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45CFAD58-5FD9-4A3E-8B77-6AC90E26084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87468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DE3B3FB-6E4D-4D77-80C2-2DFE1747E4D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2964DC49-C4BB-4507-9E57-9959103FDD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6FF0011-31B0-4B49-AA3D-7DDDED4158BF}"/>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C18E1196-106B-4677-A01B-AF086E1BBD13}"/>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84DF8-B2F0-47BE-81F6-B3DCAD20734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5F4E3AFC-43A5-4E2A-9C3E-C738CB4E2293}"/>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95FDF5A-2C36-441A-8DA0-CA1DC0D307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749573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