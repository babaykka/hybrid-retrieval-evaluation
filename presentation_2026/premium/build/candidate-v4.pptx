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76fdac798904af1"/><Relationship Type="http://schemas.openxmlformats.org/officeDocument/2006/relationships/extended-properties" Target="/docProps/app.xml" Id="R0b50c086696f408c"/><Relationship Type="http://schemas.openxmlformats.org/officeDocument/2006/relationships/officeDocument" Target="/ppt/presentation.xml" Id="Rc3e6771a0d5b44a4"/></Relationships>
</file>

<file path=ppt/presentation.xml><?xml version="1.0" encoding="utf-8"?>
<p:presentation xmlns:p="http://schemas.openxmlformats.org/presentationml/2006/main">
  <p:sldMasterIdLst>
    <p:sldMasterId xmlns:r="http://schemas.openxmlformats.org/officeDocument/2006/relationships" id="2147483648" r:id="Rfbefe79895954fca"/>
  </p:sldMasterIdLst>
  <p:notesMasterIdLst>
    <p:notesMasterId xmlns:r="http://schemas.openxmlformats.org/officeDocument/2006/relationships" r:id="R8515eb78afc54424"/>
  </p:notesMasterIdLst>
  <p:sldIdLst>
    <p:sldId xmlns:r="http://schemas.openxmlformats.org/officeDocument/2006/relationships" id="256" r:id="R82ebe00e480d4151"/>
    <p:sldId xmlns:r="http://schemas.openxmlformats.org/officeDocument/2006/relationships" id="257" r:id="R8c60931ca2374637"/>
    <p:sldId xmlns:r="http://schemas.openxmlformats.org/officeDocument/2006/relationships" id="258" r:id="R5994cd8621e04070"/>
    <p:sldId xmlns:r="http://schemas.openxmlformats.org/officeDocument/2006/relationships" id="259" r:id="Re94dfa3de4704046"/>
    <p:sldId xmlns:r="http://schemas.openxmlformats.org/officeDocument/2006/relationships" id="260" r:id="Ra48c5678675e4cc2"/>
    <p:sldId xmlns:r="http://schemas.openxmlformats.org/officeDocument/2006/relationships" id="261" r:id="R1646f2f0d83e4f4f"/>
    <p:sldId xmlns:r="http://schemas.openxmlformats.org/officeDocument/2006/relationships" id="262" r:id="R93c4819c1d0645dd"/>
    <p:sldId xmlns:r="http://schemas.openxmlformats.org/officeDocument/2006/relationships" id="263" r:id="R8e32bee0ab784d22"/>
    <p:sldId xmlns:r="http://schemas.openxmlformats.org/officeDocument/2006/relationships" id="264" r:id="R1418be9850d74adb"/>
    <p:sldId xmlns:r="http://schemas.openxmlformats.org/officeDocument/2006/relationships" id="265" r:id="R7477a2567c914451"/>
    <p:sldId xmlns:r="http://schemas.openxmlformats.org/officeDocument/2006/relationships" id="266" r:id="R2f80dc53a38a4504"/>
    <p:sldId xmlns:r="http://schemas.openxmlformats.org/officeDocument/2006/relationships" id="267" r:id="R26689467d9d34b03"/>
    <p:sldId xmlns:r="http://schemas.openxmlformats.org/officeDocument/2006/relationships" id="268" r:id="Rf52e960d38634856"/>
    <p:sldId xmlns:r="http://schemas.openxmlformats.org/officeDocument/2006/relationships" id="269" r:id="R6b4d89eb36cc459d"/>
    <p:sldId xmlns:r="http://schemas.openxmlformats.org/officeDocument/2006/relationships" id="270" r:id="R73da63eba0cf4da0"/>
    <p:sldId xmlns:r="http://schemas.openxmlformats.org/officeDocument/2006/relationships" id="271" r:id="R65bf831725fc46df"/>
    <p:sldId xmlns:r="http://schemas.openxmlformats.org/officeDocument/2006/relationships" id="272" r:id="R85abeb0a11224a30"/>
    <p:sldId xmlns:r="http://schemas.openxmlformats.org/officeDocument/2006/relationships" id="273" r:id="R05dbe617b31847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a26adb7c1064d3b"/><Relationship Type="http://schemas.openxmlformats.org/officeDocument/2006/relationships/slideMaster" Target="/ppt/slideMasters/slideMaster1.xml" Id="Rfbefe79895954fca"/><Relationship Type="http://schemas.openxmlformats.org/officeDocument/2006/relationships/notesMaster" Target="/ppt/notesMasters/notesMaster1.xml" Id="R8515eb78afc54424"/><Relationship Type="http://schemas.openxmlformats.org/officeDocument/2006/relationships/presProps" Target="/ppt/presProps.xml" Id="Rec2e623be9334af7"/><Relationship Type="http://schemas.openxmlformats.org/officeDocument/2006/relationships/tableStyles" Target="/ppt/tableStyles.xml" Id="Rce72ff4ad6c34b8f"/><Relationship Type="http://schemas.openxmlformats.org/officeDocument/2006/relationships/slide" Target="/ppt/slides/slide1.xml" Id="R82ebe00e480d4151"/><Relationship Type="http://schemas.openxmlformats.org/officeDocument/2006/relationships/slide" Target="/ppt/slides/slide2.xml" Id="R8c60931ca2374637"/><Relationship Type="http://schemas.openxmlformats.org/officeDocument/2006/relationships/slide" Target="/ppt/slides/slide3.xml" Id="R5994cd8621e04070"/><Relationship Type="http://schemas.openxmlformats.org/officeDocument/2006/relationships/slide" Target="/ppt/slides/slide4.xml" Id="Re94dfa3de4704046"/><Relationship Type="http://schemas.openxmlformats.org/officeDocument/2006/relationships/slide" Target="/ppt/slides/slide5.xml" Id="Ra48c5678675e4cc2"/><Relationship Type="http://schemas.openxmlformats.org/officeDocument/2006/relationships/slide" Target="/ppt/slides/slide6.xml" Id="R1646f2f0d83e4f4f"/><Relationship Type="http://schemas.openxmlformats.org/officeDocument/2006/relationships/slide" Target="/ppt/slides/slide7.xml" Id="R93c4819c1d0645dd"/><Relationship Type="http://schemas.openxmlformats.org/officeDocument/2006/relationships/slide" Target="/ppt/slides/slide8.xml" Id="R8e32bee0ab784d22"/><Relationship Type="http://schemas.openxmlformats.org/officeDocument/2006/relationships/slide" Target="/ppt/slides/slide9.xml" Id="R1418be9850d74adb"/><Relationship Type="http://schemas.openxmlformats.org/officeDocument/2006/relationships/slide" Target="/ppt/slides/slide10.xml" Id="R7477a2567c914451"/><Relationship Type="http://schemas.openxmlformats.org/officeDocument/2006/relationships/slide" Target="/ppt/slides/slide11.xml" Id="R2f80dc53a38a4504"/><Relationship Type="http://schemas.openxmlformats.org/officeDocument/2006/relationships/slide" Target="/ppt/slides/slide12.xml" Id="R26689467d9d34b03"/><Relationship Type="http://schemas.openxmlformats.org/officeDocument/2006/relationships/slide" Target="/ppt/slides/slide13.xml" Id="Rf52e960d38634856"/><Relationship Type="http://schemas.openxmlformats.org/officeDocument/2006/relationships/slide" Target="/ppt/slides/slide14.xml" Id="R6b4d89eb36cc459d"/><Relationship Type="http://schemas.openxmlformats.org/officeDocument/2006/relationships/slide" Target="/ppt/slides/slide15.xml" Id="R73da63eba0cf4da0"/><Relationship Type="http://schemas.openxmlformats.org/officeDocument/2006/relationships/slide" Target="/ppt/slides/slide16.xml" Id="R65bf831725fc46df"/><Relationship Type="http://schemas.openxmlformats.org/officeDocument/2006/relationships/slide" Target="/ppt/slides/slide17.xml" Id="R85abeb0a11224a30"/><Relationship Type="http://schemas.openxmlformats.org/officeDocument/2006/relationships/slide" Target="/ppt/slides/slide18.xml" Id="R05dbe617b31847a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9d6ac18c3484b1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8ff3782ce964bbd"/><Relationship Type="http://schemas.openxmlformats.org/officeDocument/2006/relationships/notesMaster" Target="/ppt/notesMasters/notesMaster1.xml" Id="R677d8e0658104d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beacca993944b43"/><Relationship Type="http://schemas.openxmlformats.org/officeDocument/2006/relationships/notesMaster" Target="/ppt/notesMasters/notesMaster1.xml" Id="R59e313cbcba144e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79999a1e2cc4f92"/><Relationship Type="http://schemas.openxmlformats.org/officeDocument/2006/relationships/notesMaster" Target="/ppt/notesMasters/notesMaster1.xml" Id="R1879992a33be4a4d"/></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7cbfc15967de4e7d"/><Relationship Type="http://schemas.openxmlformats.org/officeDocument/2006/relationships/notesMaster" Target="/ppt/notesMasters/notesMaster1.xml" Id="Rcd4db6815e6b49d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b9b6cf962234b6e"/><Relationship Type="http://schemas.openxmlformats.org/officeDocument/2006/relationships/notesMaster" Target="/ppt/notesMasters/notesMaster1.xml" Id="R2c6f9e8c52724e3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c93e0f2ea024655"/><Relationship Type="http://schemas.openxmlformats.org/officeDocument/2006/relationships/notesMaster" Target="/ppt/notesMasters/notesMaster1.xml" Id="R07391c961aeb4b7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83f6dfef27e2461d"/><Relationship Type="http://schemas.openxmlformats.org/officeDocument/2006/relationships/notesMaster" Target="/ppt/notesMasters/notesMaster1.xml" Id="R731df1253be44e8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e57d500258c45ac"/><Relationship Type="http://schemas.openxmlformats.org/officeDocument/2006/relationships/notesMaster" Target="/ppt/notesMasters/notesMaster1.xml" Id="R435bc26aa8d74f9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8c0d7b2d6294f86"/><Relationship Type="http://schemas.openxmlformats.org/officeDocument/2006/relationships/notesMaster" Target="/ppt/notesMasters/notesMaster1.xml" Id="R8be93dc33bab4a1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f9215c4743de4851"/><Relationship Type="http://schemas.openxmlformats.org/officeDocument/2006/relationships/notesMaster" Target="/ppt/notesMasters/notesMaster1.xml" Id="Rbbfffc4e27424e4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561848167064c78"/><Relationship Type="http://schemas.openxmlformats.org/officeDocument/2006/relationships/notesMaster" Target="/ppt/notesMasters/notesMaster1.xml" Id="R7579b27dd7d442b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bdc077e91c5408d"/><Relationship Type="http://schemas.openxmlformats.org/officeDocument/2006/relationships/notesMaster" Target="/ppt/notesMasters/notesMaster1.xml" Id="R5c8fe9b1c40c465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acbcea36cef4afa"/><Relationship Type="http://schemas.openxmlformats.org/officeDocument/2006/relationships/notesMaster" Target="/ppt/notesMasters/notesMaster1.xml" Id="R998cf497d0434bf2"/></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844b5e71b844806"/><Relationship Type="http://schemas.openxmlformats.org/officeDocument/2006/relationships/notesMaster" Target="/ppt/notesMasters/notesMaster1.xml" Id="R134542229b674de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ac0dbb7bf5e469f"/><Relationship Type="http://schemas.openxmlformats.org/officeDocument/2006/relationships/notesMaster" Target="/ppt/notesMasters/notesMaster1.xml" Id="R841a50cd06084ca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d5005ffe37b46f5"/><Relationship Type="http://schemas.openxmlformats.org/officeDocument/2006/relationships/notesMaster" Target="/ppt/notesMasters/notesMaster1.xml" Id="R590b5f2223b84a3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1c4a83386bb548af"/><Relationship Type="http://schemas.openxmlformats.org/officeDocument/2006/relationships/notesMaster" Target="/ppt/notesMasters/notesMaster1.xml" Id="Rfc1d8b99e3ed4c8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33ff60771bf43c0"/><Relationship Type="http://schemas.openxmlformats.org/officeDocument/2006/relationships/notesMaster" Target="/ppt/notesMasters/notesMaster1.xml" Id="Rad24b90ea14a45d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234d5bcb07145a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36a232a64b648c5"/><Relationship Type="http://schemas.openxmlformats.org/officeDocument/2006/relationships/slideLayout" Target="/ppt/slideLayouts/slideLayout1.xml" Id="R9fed9971a116450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ed9971a11645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bd8519623374d07"/><Relationship Type="http://schemas.openxmlformats.org/officeDocument/2006/relationships/image" Target="/ppt/media/image.png" Id="R17b3dfb66a5d4b78"/><Relationship Type="http://schemas.openxmlformats.org/officeDocument/2006/relationships/notesSlide" Target="/ppt/notesSlides/notesSlide1.xml" Id="Rea4a3fae2c6c486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e6a97e939aa4161"/><Relationship Type="http://schemas.openxmlformats.org/officeDocument/2006/relationships/notesSlide" Target="/ppt/notesSlides/notesSlide2.xml" Id="R89b15c0bf7da4c6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73b9230bb124d6c"/><Relationship Type="http://schemas.openxmlformats.org/officeDocument/2006/relationships/notesSlide" Target="/ppt/notesSlides/notesSlide3.xml" Id="R48b2f2881e064a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f94b88a639040c7"/><Relationship Type="http://schemas.openxmlformats.org/officeDocument/2006/relationships/notesSlide" Target="/ppt/notesSlides/notesSlide4.xml" Id="Reebb16eaa79f423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5456840f9e84103"/><Relationship Type="http://schemas.openxmlformats.org/officeDocument/2006/relationships/notesSlide" Target="/ppt/notesSlides/notesSlide5.xml" Id="Ra43aa8a88ca344d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b8fd8b8259a4a5a"/><Relationship Type="http://schemas.openxmlformats.org/officeDocument/2006/relationships/chart" Target="/ppt/slides/charts/chart1.xml" Id="Rc8f7146fa87540f9"/><Relationship Type="http://schemas.openxmlformats.org/officeDocument/2006/relationships/notesSlide" Target="/ppt/notesSlides/notesSlide6.xml" Id="Rfd7b8dfc7d81403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e643b19a2d2d44d4"/><Relationship Type="http://schemas.openxmlformats.org/officeDocument/2006/relationships/notesSlide" Target="/ppt/notesSlides/notesSlide7.xml" Id="R5c8866176d0d44c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474da4bc14742cb"/><Relationship Type="http://schemas.openxmlformats.org/officeDocument/2006/relationships/chart" Target="/ppt/slides/charts/chart2.xml" Id="R89d6a47a7c3d428d"/><Relationship Type="http://schemas.openxmlformats.org/officeDocument/2006/relationships/notesSlide" Target="/ppt/notesSlides/notesSlide8.xml" Id="R91e0f6f747d449c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1ffc917be242a0"/><Relationship Type="http://schemas.openxmlformats.org/officeDocument/2006/relationships/chart" Target="/ppt/slides/charts/chart3.xml" Id="R5317c98af3204e3a"/><Relationship Type="http://schemas.openxmlformats.org/officeDocument/2006/relationships/notesSlide" Target="/ppt/notesSlides/notesSlide9.xml" Id="R8f70123119844a9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d07760fd84f4100"/><Relationship Type="http://schemas.openxmlformats.org/officeDocument/2006/relationships/chart" Target="/ppt/slides/charts/chart4.xml" Id="Ra6542f2a1ad44bb6"/><Relationship Type="http://schemas.openxmlformats.org/officeDocument/2006/relationships/notesSlide" Target="/ppt/notesSlides/notesSlide10.xml" Id="Rd9ac9232ed24474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05ed21a0c2047e0"/><Relationship Type="http://schemas.openxmlformats.org/officeDocument/2006/relationships/chart" Target="/ppt/slides/charts/chart5.xml" Id="R3851ab56461a454c"/><Relationship Type="http://schemas.openxmlformats.org/officeDocument/2006/relationships/notesSlide" Target="/ppt/notesSlides/notesSlide11.xml" Id="R0e30505628164b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c88ccea29834ce0"/><Relationship Type="http://schemas.openxmlformats.org/officeDocument/2006/relationships/notesSlide" Target="/ppt/notesSlides/notesSlide12.xml" Id="R1e9c7971bf1d46d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172c98e1b6e4435"/><Relationship Type="http://schemas.openxmlformats.org/officeDocument/2006/relationships/notesSlide" Target="/ppt/notesSlides/notesSlide13.xml" Id="Rffed7a8968ed436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52cc2b46b1f4696"/><Relationship Type="http://schemas.openxmlformats.org/officeDocument/2006/relationships/notesSlide" Target="/ppt/notesSlides/notesSlide14.xml" Id="R5198cd2745634b3b"/></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369c9abc25d4c5d"/><Relationship Type="http://schemas.openxmlformats.org/officeDocument/2006/relationships/notesSlide" Target="/ppt/notesSlides/notesSlide15.xml" Id="R1554df63415b488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ec3723bb05346cc"/><Relationship Type="http://schemas.openxmlformats.org/officeDocument/2006/relationships/notesSlide" Target="/ppt/notesSlides/notesSlide16.xml" Id="Rb23ef14bfda9468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6988ada5d1d48a1"/><Relationship Type="http://schemas.openxmlformats.org/officeDocument/2006/relationships/notesSlide" Target="/ppt/notesSlides/notesSlide17.xml" Id="Rf62f29387bbf4a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c2011a883184c8e"/><Relationship Type="http://schemas.openxmlformats.org/officeDocument/2006/relationships/notesSlide" Target="/ppt/notesSlides/notesSlide18.xml" Id="Re7cc928a612d447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-0.02023617</c:v>
              </c:pt>
              <c:pt idx="1">
                <c:v>-0.02023617</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8.6</c:v>
              </c:pt>
              <c:pt idx="1">
                <c:v>11.4</c:v>
              </c:pt>
            </c:numLit>
          </c:xVal>
          <c:yVal>
            <c:numLit>
              <c:formatCode>0.000</c:formatCode>
              <c:ptCount val="2"/>
              <c:pt idx="0">
                <c:v>-0.01882729</c:v>
              </c:pt>
              <c:pt idx="1">
                <c:v>-0.01882729</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0.01021579</c:v>
              </c:pt>
              <c:pt idx="1">
                <c:v>0.01021579</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28.6</c:v>
              </c:pt>
              <c:pt idx="1">
                <c:v>31.4</c:v>
              </c:pt>
            </c:numLit>
          </c:xVal>
          <c:yVal>
            <c:numLit>
              <c:formatCode>0.000</c:formatCode>
              <c:ptCount val="2"/>
              <c:pt idx="0">
                <c:v>0.01150741</c:v>
              </c:pt>
              <c:pt idx="1">
                <c:v>0.01150741</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0.00784398</c:v>
              </c:pt>
              <c:pt idx="1">
                <c:v>0.00784398</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48.6</c:v>
              </c:pt>
              <c:pt idx="1">
                <c:v>51.4</c:v>
              </c:pt>
            </c:numLit>
          </c:xVal>
          <c:yVal>
            <c:numLit>
              <c:formatCode>0.000</c:formatCode>
              <c:ptCount val="2"/>
              <c:pt idx="0">
                <c:v>0.00925389</c:v>
              </c:pt>
              <c:pt idx="1">
                <c:v>0.00925389</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0.00701006</c:v>
              </c:pt>
              <c:pt idx="1">
                <c:v>0.00701006</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98.6</c:v>
              </c:pt>
              <c:pt idx="1">
                <c:v>101.4</c:v>
              </c:pt>
            </c:numLit>
          </c:xVal>
          <c:yVal>
            <c:numLit>
              <c:formatCode>0.000</c:formatCode>
              <c:ptCount val="2"/>
              <c:pt idx="0">
                <c:v>0.00843288</c:v>
              </c:pt>
              <c:pt idx="1">
                <c:v>0.00843288</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C95236"/>
            </a:solidFill>
            <a:ln xmlns:a="http://schemas.openxmlformats.org/drawingml/2006/main" w="0">
              <a:noFill/>
            </a:ln>
          </c:spPr>
          <c:marker>
            <c:symbol val="circle"/>
            <c:size val="5"/>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CD01743-074D-4E92-9436-634D4D78558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7b3dfb66a5d4b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F02B303-A668-48B6-BA1E-92C38EB61B6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2A4CF503-9A60-46D5-B1D2-91B1D040C19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707F2BD0-E1D8-4E02-ACAC-A3F2C77FFFA2}"/>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22AC2BC6-90EE-4EF3-8A61-F659AC6FD1FC}"/>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6A228EEC-C0CD-4386-A73D-C6A98F9CCDA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7012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367BE398-6AFC-4CDF-87F4-F0EA4F4E9B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0F1D310-A533-498F-B37E-CC8BCE43CD1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C78C839D-EEB4-4393-844E-B84397EBE4E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E894796F-6608-44F8-8E2B-897E15AC8F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3342756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62C8343-0D15-4C33-BECB-4362B1A8A3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00A6FD9A-7D08-4A9A-BE34-6CE91FEFDA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02BC42B0-7296-40A6-AEF2-6D28801E302D}"/>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45BFF23A-EF3C-4A91-853E-D094350A374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564ED4-812C-447F-B41F-ECAD2A15CF02}"/>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79B8F79-7AF2-42AA-A257-55B88B106F06}"/>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576DCD29-03FA-4F4E-A955-EFF454AFD10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AD77BC0-4645-4DF2-A606-DF7B9891B5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ECE0964-7C71-44A1-8DB7-D3942BAE4E25}"/>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2F2E296A-BD42-4952-855F-D23ED53EBEC4}"/>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F0147BBD-59F7-4044-A5C6-B07A456FE68C}"/>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6B319ED-3846-403E-BF9B-9FBD1D31964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6319846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8DB7F77B-5C88-4FA9-9EAD-F0221696AB0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EFCA4CF6-1E12-4D47-9C6E-3F53121ECE6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D13D033F-2277-4C24-B6F3-7B10C54699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AF662F9-BD92-49B9-9AE7-C991807F7380}"/>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FB7EFBF-1E76-41DB-80B4-9981E15F91A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FB84B339-9625-461F-B741-791BE994C232}"/>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2334F194-2344-401A-A09D-A19C8253A43D}"/>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67233934-13AD-45D2-B8A9-C648AF52FB4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00CDB758-A55A-49F5-9C5C-2DA90FB8C3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322017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974C330D-BB63-496C-8C62-DA86E5DB9D8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0C362BB9-4063-47D0-89DE-5D137129C53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5C507B58-F4F4-4933-828D-52E506BF145A}"/>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6F579A0C-9278-4FBF-9BAB-D4FEACFD5B3E}"/>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BDB48EE-62C5-40AC-A0AB-B6939FAE462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7CFD68B-2DE9-4BC5-A6CD-684D43BF5EB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309B69E-F487-4BD8-A13B-261A342AAB2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1A1E103D-5741-4307-A536-9C8C77645901}"/>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F2671F-D0D1-4BC6-849E-769C5BCF11D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8F3B0297-35C9-48DB-B993-CD8610FBB428}"/>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FAD79B6-C68D-4AEF-8C4A-749CB67B5F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901845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200EEE18-8938-4023-82B7-07799F3A6ED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C95EE85D-F78A-4AC9-9218-331D5A1901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8f7146fa87540f9"/>
          </a:graphicData>
        </a:graphic>
      </p:graphicFrame>
      <p:sp>
        <p:nvSpPr>
          <p:cNvPr id="4" name="E5 paired change: +0.391   95% CI [0.365, 0.417]">
            <a:extLst xmlns:a="http://schemas.openxmlformats.org/drawingml/2006/main">
              <a:ext uri="{FF2B5EF4-FFF2-40B4-BE49-F238E27FC236}">
                <a16:creationId xmlns:a16="http://schemas.microsoft.com/office/drawing/2014/main" id="{BE821727-B21A-4E50-8353-A4B487D25BED}"/>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594A91A4-D5AC-4966-B18C-392393BE3CE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804976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E8EE7782-7348-4478-9DAD-D0FBEE9EF84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7A93E7-126B-4080-8A0A-0AC2308389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38DAFA4C-08C2-490A-BA1F-CE0FB1BD44E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6480E6BD-14F7-473E-98E6-CFC9EBAA7A17}"/>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D5B5CA09-5C20-4A26-B5F5-D3D7DDD357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C34B218C-ED93-485C-8AD2-EC45C6315804}"/>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DC34E482-99E1-4F7D-BECA-58B3BAA73D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5D714B3D-38BE-454D-B839-51CAF5085A5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BBBBD977-E6F4-4842-A0E4-75615A83BFB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5487269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B4F5EC8B-7435-48DD-A860-2F9259C8B67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7AEF8A8-B978-4899-8EE4-77AA7E1B0C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89d6a47a7c3d428d"/>
          </a:graphicData>
        </a:graphic>
      </p:graphicFrame>
      <p:sp>
        <p:nvSpPr>
          <p:cNvPr id="4" name="0.907">
            <a:extLst xmlns:a="http://schemas.openxmlformats.org/drawingml/2006/main">
              <a:ext uri="{FF2B5EF4-FFF2-40B4-BE49-F238E27FC236}">
                <a16:creationId xmlns:a16="http://schemas.microsoft.com/office/drawing/2014/main" id="{CF68F6A0-0BDC-41F9-9FA2-4FE75DE2918A}"/>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319EDCFB-8842-467B-832B-410DAFF065CA}"/>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62025E3-1AE4-40F9-B6C5-52C4DDA87C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91B206B-33B4-4D48-BB18-AD95EA4E43E5}"/>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38340BD-190B-4C7B-AFA3-6EE5EEFD956B}"/>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0CC25EF9-FAD9-4A35-9FEF-C34D864899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523603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35B5849-B2BC-4B46-BDDB-D6957DEAE77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E313C48-976B-4A95-8239-EFCE7DDBD2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79D7F5A-C125-48ED-813C-5CE049530F4A}"/>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5317c98af3204e3a"/>
          </a:graphicData>
        </a:graphic>
      </p:graphicFrame>
      <p:sp>
        <p:nvSpPr>
          <p:cNvPr id="5" name="451.5">
            <a:extLst xmlns:a="http://schemas.openxmlformats.org/drawingml/2006/main">
              <a:ext uri="{FF2B5EF4-FFF2-40B4-BE49-F238E27FC236}">
                <a16:creationId xmlns:a16="http://schemas.microsoft.com/office/drawing/2014/main" id="{C6826A2F-970E-4792-8809-A526B5BB29B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0C224995-5CEB-4FCC-9736-C9CE26A1213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C90A05F-661B-48DA-93FD-93BE593FA48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6310495A-B84B-4D4A-9055-4548411216C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7557317-65D4-4D37-8582-E868DD8213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0949747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343F53F9-F989-4A47-8CEC-29B8456389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C153396-8EAF-44BD-A68B-C83768698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9840137C-FD36-4905-949B-095CFF009F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a6542f2a1ad44bb6"/>
          </a:graphicData>
        </a:graphic>
      </p:graphicFrame>
      <p:sp>
        <p:nvSpPr>
          <p:cNvPr id="5" name="K = 200: +0.0088   95% CI [0.0082, 0.0095]">
            <a:extLst xmlns:a="http://schemas.openxmlformats.org/drawingml/2006/main">
              <a:ext uri="{FF2B5EF4-FFF2-40B4-BE49-F238E27FC236}">
                <a16:creationId xmlns:a16="http://schemas.microsoft.com/office/drawing/2014/main" id="{D6E828E9-5258-4773-9F4F-0E3F8A52F205}"/>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33BBAE36-42C8-441B-9550-8BB5D0F7874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200729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5585F5D9-626A-4CF7-886A-DF67E9114F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41C45E7-C22B-4B87-930A-21854E6B9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0414046B-FD5A-4BF5-B1EE-06C38A92B787}"/>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851ab56461a454c"/>
          </a:graphicData>
        </a:graphic>
      </p:graphicFrame>
      <p:sp>
        <p:nvSpPr>
          <p:cNvPr id="5" name="14.4%">
            <a:extLst xmlns:a="http://schemas.openxmlformats.org/drawingml/2006/main">
              <a:ext uri="{FF2B5EF4-FFF2-40B4-BE49-F238E27FC236}">
                <a16:creationId xmlns:a16="http://schemas.microsoft.com/office/drawing/2014/main" id="{4CAC77A5-1265-45D2-A811-8752A856E51A}"/>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49346894-7C1F-49A5-A318-5DD264399DAC}"/>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9FF1D56A-6F44-4CCA-9411-FF157FCC128E}"/>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542A453E-CED6-4FCC-B7F7-5914DDE241F6}"/>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31B26977-8756-4939-B1F5-4F71B253C6B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B7998E9D-7335-45DE-AA5A-B1E2528A41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455248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FB12F8D-C6AD-4D27-A9CF-C39994CD1BA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F219E149-C728-45C7-B98A-41A75281048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F21A8100-D2E2-43DA-B49F-3504774182E4}"/>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3C8FF29-A7D1-4398-ABC5-C910C803E86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937F7EFB-70B8-4511-BAA5-D6FEE84964A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83D8B18-83F1-45FB-84C1-DAD600EC345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905080856"/>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B041969-4A88-4E07-974D-1B1BB8AFFF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58F9905-C804-4AE6-B3A2-3DA206E8C1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06752CC-5623-4DD8-94C6-18747031B3AC}"/>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34D20093-BE7F-4450-8FBD-FC911DC5BB46}"/>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B1B5440-D0A3-4B9F-9268-214C486F9EB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292180F2-460B-4B31-8128-C9F3E6D3202C}"/>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2D880527-B4D6-4215-B856-0636533CA0F9}"/>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044D49-C591-486D-8AE5-6C91E316EB41}"/>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nglish MS MARCO; human judgments and single-jud">
            <a:extLst xmlns:a="http://schemas.openxmlformats.org/drawingml/2006/main">
              <a:ext uri="{FF2B5EF4-FFF2-40B4-BE49-F238E27FC236}">
                <a16:creationId xmlns:a16="http://schemas.microsoft.com/office/drawing/2014/main" id="{6BB251D4-B87A-4EC4-8A20-8F4B94B212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21256739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D5072ABE-DFB7-479B-8092-B7DE60DB3F5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7D187184-53EE-4EBB-B0C1-1808D96F61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42229F93-416F-4DEC-81CA-0B9AF453BA6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88264437-0D95-4172-8D4A-601B7A5F41F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7412490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364845A1-5FCC-4D5E-92D8-2574A046FF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531B85A-7C1E-4172-BC06-6A515F3FB82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8F068BC-4F7D-46D9-BC7B-AC8E58650F19}"/>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E1276C86-1FA1-482F-B3BA-070598807C50}"/>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C207B579-280F-4236-B79F-10FD4060A9F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76AF1304-83C5-46CA-9E86-E31692E21C5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8EE80E34-7572-4BD3-A231-FAC52DB635C3}"/>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89563B56-AA42-4514-909C-0AA42362365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9102581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9C676AD-1D66-4787-B441-0719664C53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19ABE48-8CBA-4ABB-87CF-CF8B535F07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AD15CB03-1451-401C-9E0F-38F9EC3BF9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9901707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EE2C97AF-D453-490D-8C4A-0A4B9835150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C9A793BC-2A94-4022-A950-1F3DE259E7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98394D8-0045-4745-AC9C-48EB306736A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65642D7F-5C7B-4F64-80C9-B239ABD45CB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C9901062-3E27-4BCC-8AB0-D99BB15B6F5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963DF0B1-611F-4B67-AFB9-89208C21BA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9782187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852D404-0F26-4EE2-A606-5FBBDF9A660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8126F0-21FD-44A6-894B-37809ECC8C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8E81BCE8-850E-422A-8A78-B817B07D1D5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DA0FFDD9-9CBB-4D38-88F7-8904BD58AE1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9CA43F91-C5C3-47C2-981A-77DFD9CF83B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21C52750-5EA2-4F33-8D55-B310B518CECE}"/>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BB0309B-04C8-42B7-9BFC-5794117751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23398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