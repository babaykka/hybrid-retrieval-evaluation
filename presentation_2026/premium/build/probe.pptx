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17ea20cf746b445f"/><Relationship Type="http://schemas.openxmlformats.org/officeDocument/2006/relationships/extended-properties" Target="/docProps/app.xml" Id="R68d8549191cd4928"/><Relationship Type="http://schemas.openxmlformats.org/officeDocument/2006/relationships/officeDocument" Target="/ppt/presentation.xml" Id="Re1fa1c5f10544d8c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bd28fb1b38433f"/>
  </p:sldMasterIdLst>
  <p:notesMasterIdLst>
    <p:notesMasterId xmlns:r="http://schemas.openxmlformats.org/officeDocument/2006/relationships" r:id="R00a466d7d95847f7"/>
  </p:notesMasterIdLst>
  <p:sldIdLst>
    <p:sldId xmlns:r="http://schemas.openxmlformats.org/officeDocument/2006/relationships" id="256" r:id="Ra4cb477be9e14aa9"/>
    <p:sldId xmlns:r="http://schemas.openxmlformats.org/officeDocument/2006/relationships" id="257" r:id="R48f03b00d4514f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dacc1b048a454b48"/><Relationship Type="http://schemas.openxmlformats.org/officeDocument/2006/relationships/slideMaster" Target="/ppt/slideMasters/slideMaster1.xml" Id="R6fbd28fb1b38433f"/><Relationship Type="http://schemas.openxmlformats.org/officeDocument/2006/relationships/notesMaster" Target="/ppt/notesMasters/notesMaster1.xml" Id="R00a466d7d95847f7"/><Relationship Type="http://schemas.openxmlformats.org/officeDocument/2006/relationships/presProps" Target="/ppt/presProps.xml" Id="R0f900eb4a0754adc"/><Relationship Type="http://schemas.openxmlformats.org/officeDocument/2006/relationships/tableStyles" Target="/ppt/tableStyles.xml" Id="Rb681af9b79a24239"/><Relationship Type="http://schemas.openxmlformats.org/officeDocument/2006/relationships/slide" Target="/ppt/slides/slide1.xml" Id="Ra4cb477be9e14aa9"/><Relationship Type="http://schemas.openxmlformats.org/officeDocument/2006/relationships/slide" Target="/ppt/slides/slide2.xml" Id="R48f03b00d4514f35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de41af7c040747f9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7bb1fbe4cef04d31"/><Relationship Type="http://schemas.openxmlformats.org/officeDocument/2006/relationships/notesMaster" Target="/ppt/notesMasters/notesMaster1.xml" Id="R0c9ec0d7ccfc4755"/></Relationships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ec39a70b08b14b38"/><Relationship Type="http://schemas.openxmlformats.org/officeDocument/2006/relationships/notesMaster" Target="/ppt/notesMasters/notesMaster1.xml" Id="R98ae1891a372499c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60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Probe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Ориентир: 60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Probe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68f27431be374776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dfadbb23167d4335"/><Relationship Type="http://schemas.openxmlformats.org/officeDocument/2006/relationships/slideLayout" Target="/ppt/slideLayouts/slideLayout1.xml" Id="R3bd207deaedd4b59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d207deaedd4b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13ae899220b4c27"/><Relationship Type="http://schemas.openxmlformats.org/officeDocument/2006/relationships/chart" Target="/ppt/slides/charts/chart1.xml" Id="R485ab2a03a6a4c21"/><Relationship Type="http://schemas.openxmlformats.org/officeDocument/2006/relationships/notesSlide" Target="/ppt/notesSlides/notesSlide1.xml" Id="R70ffef22c1974aa5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0c297c8765147bf"/><Relationship Type="http://schemas.openxmlformats.org/officeDocument/2006/relationships/notesSlide" Target="/ppt/notesSlides/notesSlide2.xml" Id="Rb64ac906ef164ea4"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Original</c:v>
          </c:tx>
          <c:spPr>
            <a:solidFill xmlns:a="http://schemas.openxmlformats.org/drawingml/2006/main">
              <a:srgbClr val="819499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BM25</c:v>
              </c:pt>
              <c:pt idx="1">
                <c:v>E5</c:v>
              </c:pt>
              <c:pt idx="2">
                <c:v>BGE</c:v>
              </c:pt>
              <c:pt idx="3">
                <c:v>RRF (3)</c:v>
              </c:pt>
            </c:strLit>
          </c:cat>
          <c:val>
            <c:numLit>
              <c:formatCode>0.000</c:formatCode>
              <c:ptCount val="4"/>
              <c:pt idx="0">
                <c:v>0.24818879</c:v>
              </c:pt>
              <c:pt idx="1">
                <c:v>0.48799936</c:v>
              </c:pt>
              <c:pt idx="2">
                <c:v>0.43322774</c:v>
              </c:pt>
              <c:pt idx="3">
                <c:v>0.4586425</c:v>
              </c:pt>
            </c:numLit>
          </c:val>
        </c:ser>
        <c:ser>
          <c:idx val="1"/>
          <c:order val="1"/>
          <c:tx>
            <c:v>Human</c:v>
          </c:tx>
          <c:spPr>
            <a:solidFill xmlns:a="http://schemas.openxmlformats.org/drawingml/2006/main">
              <a:srgbClr val="007F78"/>
            </a:solidFill>
            <a:ln xmlns:a="http://schemas.openxmlformats.org/drawingml/2006/main" w="0">
              <a:noFill/>
            </a:ln>
          </c:spPr>
          <c:cat>
            <c:strLit>
              <c:ptCount val="4"/>
              <c:pt idx="0">
                <c:v>BM25</c:v>
              </c:pt>
              <c:pt idx="1">
                <c:v>E5</c:v>
              </c:pt>
              <c:pt idx="2">
                <c:v>BGE</c:v>
              </c:pt>
              <c:pt idx="3">
                <c:v>RRF (3)</c:v>
              </c:pt>
            </c:strLit>
          </c:cat>
          <c:val>
            <c:numLit>
              <c:formatCode>0.000</c:formatCode>
              <c:ptCount val="4"/>
              <c:pt idx="0">
                <c:v>0.64389299</c:v>
              </c:pt>
              <c:pt idx="1">
                <c:v>0.87934606</c:v>
              </c:pt>
              <c:pt idx="2">
                <c:v>0.82795094</c:v>
              </c:pt>
              <c:pt idx="3">
                <c:v>0.85384164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82B3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4E1E0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E1E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E1E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182B30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Manual NDCG@10">
            <a:extLst xmlns:a="http://schemas.openxmlformats.org/drawingml/2006/main">
              <a:ext uri="{FF2B5EF4-FFF2-40B4-BE49-F238E27FC236}">
                <a16:creationId xmlns:a16="http://schemas.microsoft.com/office/drawing/2014/main" id="{AB88CCB8-5C5D-4853-B1F0-CC924FFC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B30"/>
                </a:solidFill>
                <a:latin typeface="Arial"/>
                <a:ea typeface="Arial"/>
                <a:cs typeface="Arial"/>
              </a:rPr>
              <a:t>Manual NDCG@10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A7FC1236-C236-47ED-B77A-DDA22CDC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8652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9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609600" y="17335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5ab2a03a6a4c21"/>
          </a:graphicData>
        </a:graphic>
      </p:graphicFrame>
    </p:spTree>
    <p:extLst>
      <p:ext uri="{BB962C8B-B14F-4D97-AF65-F5344CB8AC3E}">
        <p14:creationId xmlns:p14="http://schemas.microsoft.com/office/powerpoint/2010/main" val="20587574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able styling">
            <a:extLst xmlns:a="http://schemas.openxmlformats.org/drawingml/2006/main">
              <a:ext uri="{FF2B5EF4-FFF2-40B4-BE49-F238E27FC236}">
                <a16:creationId xmlns:a16="http://schemas.microsoft.com/office/drawing/2014/main" id="{3B6F1100-210D-48F8-B341-9D782971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B30"/>
                </a:solidFill>
                <a:latin typeface="Arial"/>
                <a:ea typeface="Arial"/>
                <a:cs typeface="Arial"/>
              </a:rPr>
              <a:t>Table styling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8DAD93F2-A1C3-4A41-B73F-16EA5916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8652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9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72800" cy="318135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5905500"/>
                <a:gridCol w="2533650"/>
                <a:gridCol w="2533650"/>
              </a:tblGrid>
              <a:tr h="60960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26970"/>
                          </a:solidFill>
                          <a:latin typeface="Arial"/>
                          <a:ea typeface="Arial"/>
                          <a:cs typeface="Arial"/>
                        </a:rPr>
                        <a:t>Passage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T w="0">
                      <a:solidFill>
                        <a:srgbClr val="FFFFFF"/>
                      </a:solidFill>
                    </a:lnT>
                    <a:solidFill>
                      <a:srgbClr val="EFF5F4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26970"/>
                          </a:solidFill>
                          <a:latin typeface="Arial"/>
                          <a:ea typeface="Arial"/>
                          <a:cs typeface="Arial"/>
                        </a:rPr>
                        <a:t>Original</a:t>
                      </a:r>
                    </a:p>
                  </a:txBody>
                  <a:tcPr marL="91440" marR="91440" marT="45720" marB="45720" anchor="ctr">
                    <a:lnT w="0">
                      <a:solidFill>
                        <a:srgbClr val="FFFFFF"/>
                      </a:solidFill>
                    </a:lnT>
                    <a:solidFill>
                      <a:srgbClr val="EFF5F4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26970"/>
                          </a:solidFill>
                          <a:latin typeface="Arial"/>
                          <a:ea typeface="Arial"/>
                          <a:cs typeface="Arial"/>
                        </a:rPr>
                        <a:t>Human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solidFill>
                      <a:srgbClr val="EFF5F4"/>
                    </a:solidFill>
                  </a:tcPr>
                </a:tc>
              </a:tr>
              <a:tr h="85725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B30"/>
                          </a:solidFill>
                          <a:latin typeface="Arial"/>
                          <a:ea typeface="Arial"/>
                          <a:cs typeface="Arial"/>
                        </a:rPr>
                        <a:t>Salt raises the boiling point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B30"/>
                          </a:solidFill>
                          <a:latin typeface="Arial"/>
                          <a:ea typeface="Arial"/>
                          <a:cs typeface="Arial"/>
                        </a:rPr>
                        <a:t>Relevant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B30"/>
                          </a:solidFill>
                          <a:latin typeface="Arial"/>
                          <a:ea typeface="Arial"/>
                          <a:cs typeface="Arial"/>
                        </a:rPr>
                        <a:t>Relevant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B30"/>
                          </a:solidFill>
                          <a:latin typeface="Arial"/>
                          <a:ea typeface="Arial"/>
                          <a:cs typeface="Arial"/>
                        </a:rPr>
                        <a:t>Non-volatile solute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B30"/>
                          </a:solidFill>
                          <a:latin typeface="Arial"/>
                          <a:ea typeface="Arial"/>
                          <a:cs typeface="Arial"/>
                        </a:rPr>
                        <a:t>Unjudged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007F78"/>
                          </a:solidFill>
                          <a:latin typeface="Arial"/>
                          <a:ea typeface="Arial"/>
                          <a:cs typeface="Arial"/>
                        </a:rPr>
                        <a:t>Relevant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solidFill>
                      <a:srgbClr val="E4F2ED"/>
                    </a:solidFill>
                  </a:tcPr>
                </a:tc>
              </a:tr>
              <a:tr h="85725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B30"/>
                          </a:solidFill>
                          <a:latin typeface="Arial"/>
                          <a:ea typeface="Arial"/>
                          <a:cs typeface="Arial"/>
                        </a:rPr>
                        <a:t>Temperature of acetone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B w="7620">
                      <a:solidFill>
                        <a:srgbClr val="D4E1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B30"/>
                          </a:solidFill>
                          <a:latin typeface="Arial"/>
                          <a:ea typeface="Arial"/>
                          <a:cs typeface="Arial"/>
                        </a:rPr>
                        <a:t>Unjudged</a:t>
                      </a:r>
                    </a:p>
                  </a:txBody>
                  <a:tcPr marL="91440" marR="91440" marT="45720" marB="45720" anchor="ctr">
                    <a:lnB w="7620">
                      <a:solidFill>
                        <a:srgbClr val="D4E1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B30"/>
                          </a:solidFill>
                          <a:latin typeface="Arial"/>
                          <a:ea typeface="Arial"/>
                          <a:cs typeface="Arial"/>
                        </a:rPr>
                        <a:t>Not relevant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7620">
                      <a:solidFill>
                        <a:srgbClr val="D4E1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72723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/>
  <lastModifiedBy/>
  <dc:title>Presentation</dc:title>
  <dcterms:created xsi:type="dcterms:W3CDTF"/>
  <dcterms:modified xsi:type="dcterms:W3CDTF"/>
</coreProperties>
</file>