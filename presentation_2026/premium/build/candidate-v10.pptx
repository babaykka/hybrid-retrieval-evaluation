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39fbd2ce31714688"/><Relationship Type="http://schemas.openxmlformats.org/officeDocument/2006/relationships/extended-properties" Target="/docProps/app.xml" Id="Raf849faa48b84911"/><Relationship Type="http://schemas.openxmlformats.org/officeDocument/2006/relationships/officeDocument" Target="/ppt/presentation.xml" Id="R2ab68df98de74438"/></Relationships>
</file>

<file path=ppt/presentation.xml><?xml version="1.0" encoding="utf-8"?>
<p:presentation xmlns:p="http://schemas.openxmlformats.org/presentationml/2006/main">
  <p:sldMasterIdLst>
    <p:sldMasterId xmlns:r="http://schemas.openxmlformats.org/officeDocument/2006/relationships" id="2147483648" r:id="R5f35a8eb096e4107"/>
  </p:sldMasterIdLst>
  <p:notesMasterIdLst>
    <p:notesMasterId xmlns:r="http://schemas.openxmlformats.org/officeDocument/2006/relationships" r:id="R24e2130019114fa7"/>
  </p:notesMasterIdLst>
  <p:sldIdLst>
    <p:sldId xmlns:r="http://schemas.openxmlformats.org/officeDocument/2006/relationships" id="256" r:id="Rf0453bf897e242cc"/>
    <p:sldId xmlns:r="http://schemas.openxmlformats.org/officeDocument/2006/relationships" id="257" r:id="R60f224f73f9f465f"/>
    <p:sldId xmlns:r="http://schemas.openxmlformats.org/officeDocument/2006/relationships" id="258" r:id="R359e8dd65fa44d44"/>
    <p:sldId xmlns:r="http://schemas.openxmlformats.org/officeDocument/2006/relationships" id="259" r:id="Rfd6c860a93f947bb"/>
    <p:sldId xmlns:r="http://schemas.openxmlformats.org/officeDocument/2006/relationships" id="260" r:id="R830c4213b9ad41cc"/>
    <p:sldId xmlns:r="http://schemas.openxmlformats.org/officeDocument/2006/relationships" id="261" r:id="Rd9a03d4926db4525"/>
    <p:sldId xmlns:r="http://schemas.openxmlformats.org/officeDocument/2006/relationships" id="262" r:id="R17159b9457494e67"/>
    <p:sldId xmlns:r="http://schemas.openxmlformats.org/officeDocument/2006/relationships" id="263" r:id="Ra6784186c09a4791"/>
    <p:sldId xmlns:r="http://schemas.openxmlformats.org/officeDocument/2006/relationships" id="264" r:id="R0ae7820a8b1346e8"/>
    <p:sldId xmlns:r="http://schemas.openxmlformats.org/officeDocument/2006/relationships" id="265" r:id="R329e9ba96df44ac3"/>
    <p:sldId xmlns:r="http://schemas.openxmlformats.org/officeDocument/2006/relationships" id="266" r:id="Raece226348a045bd"/>
    <p:sldId xmlns:r="http://schemas.openxmlformats.org/officeDocument/2006/relationships" id="267" r:id="R03956e32f4da4432"/>
    <p:sldId xmlns:r="http://schemas.openxmlformats.org/officeDocument/2006/relationships" id="268" r:id="R839405e62e954ace"/>
    <p:sldId xmlns:r="http://schemas.openxmlformats.org/officeDocument/2006/relationships" id="269" r:id="Rf987c407221c4816"/>
    <p:sldId xmlns:r="http://schemas.openxmlformats.org/officeDocument/2006/relationships" id="270" r:id="R207be1627821445f"/>
    <p:sldId xmlns:r="http://schemas.openxmlformats.org/officeDocument/2006/relationships" id="271" r:id="Rc4ddfb2213f843fd"/>
    <p:sldId xmlns:r="http://schemas.openxmlformats.org/officeDocument/2006/relationships" id="272" r:id="Rbe12901934fe4a25"/>
    <p:sldId xmlns:r="http://schemas.openxmlformats.org/officeDocument/2006/relationships" id="273" r:id="R578a8732c5f747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e95801458c8342aa"/><Relationship Type="http://schemas.openxmlformats.org/officeDocument/2006/relationships/slideMaster" Target="/ppt/slideMasters/slideMaster1.xml" Id="R5f35a8eb096e4107"/><Relationship Type="http://schemas.openxmlformats.org/officeDocument/2006/relationships/notesMaster" Target="/ppt/notesMasters/notesMaster1.xml" Id="R24e2130019114fa7"/><Relationship Type="http://schemas.openxmlformats.org/officeDocument/2006/relationships/presProps" Target="/ppt/presProps.xml" Id="R9c4631e5ce924250"/><Relationship Type="http://schemas.openxmlformats.org/officeDocument/2006/relationships/tableStyles" Target="/ppt/tableStyles.xml" Id="R8693482743e64b5f"/><Relationship Type="http://schemas.openxmlformats.org/officeDocument/2006/relationships/slide" Target="/ppt/slides/slide1.xml" Id="Rf0453bf897e242cc"/><Relationship Type="http://schemas.openxmlformats.org/officeDocument/2006/relationships/slide" Target="/ppt/slides/slide2.xml" Id="R60f224f73f9f465f"/><Relationship Type="http://schemas.openxmlformats.org/officeDocument/2006/relationships/slide" Target="/ppt/slides/slide3.xml" Id="R359e8dd65fa44d44"/><Relationship Type="http://schemas.openxmlformats.org/officeDocument/2006/relationships/slide" Target="/ppt/slides/slide4.xml" Id="Rfd6c860a93f947bb"/><Relationship Type="http://schemas.openxmlformats.org/officeDocument/2006/relationships/slide" Target="/ppt/slides/slide5.xml" Id="R830c4213b9ad41cc"/><Relationship Type="http://schemas.openxmlformats.org/officeDocument/2006/relationships/slide" Target="/ppt/slides/slide6.xml" Id="Rd9a03d4926db4525"/><Relationship Type="http://schemas.openxmlformats.org/officeDocument/2006/relationships/slide" Target="/ppt/slides/slide7.xml" Id="R17159b9457494e67"/><Relationship Type="http://schemas.openxmlformats.org/officeDocument/2006/relationships/slide" Target="/ppt/slides/slide8.xml" Id="Ra6784186c09a4791"/><Relationship Type="http://schemas.openxmlformats.org/officeDocument/2006/relationships/slide" Target="/ppt/slides/slide9.xml" Id="R0ae7820a8b1346e8"/><Relationship Type="http://schemas.openxmlformats.org/officeDocument/2006/relationships/slide" Target="/ppt/slides/slide10.xml" Id="R329e9ba96df44ac3"/><Relationship Type="http://schemas.openxmlformats.org/officeDocument/2006/relationships/slide" Target="/ppt/slides/slide11.xml" Id="Raece226348a045bd"/><Relationship Type="http://schemas.openxmlformats.org/officeDocument/2006/relationships/slide" Target="/ppt/slides/slide12.xml" Id="R03956e32f4da4432"/><Relationship Type="http://schemas.openxmlformats.org/officeDocument/2006/relationships/slide" Target="/ppt/slides/slide13.xml" Id="R839405e62e954ace"/><Relationship Type="http://schemas.openxmlformats.org/officeDocument/2006/relationships/slide" Target="/ppt/slides/slide14.xml" Id="Rf987c407221c4816"/><Relationship Type="http://schemas.openxmlformats.org/officeDocument/2006/relationships/slide" Target="/ppt/slides/slide15.xml" Id="R207be1627821445f"/><Relationship Type="http://schemas.openxmlformats.org/officeDocument/2006/relationships/slide" Target="/ppt/slides/slide16.xml" Id="Rc4ddfb2213f843fd"/><Relationship Type="http://schemas.openxmlformats.org/officeDocument/2006/relationships/slide" Target="/ppt/slides/slide17.xml" Id="Rbe12901934fe4a25"/><Relationship Type="http://schemas.openxmlformats.org/officeDocument/2006/relationships/slide" Target="/ppt/slides/slide18.xml" Id="R578a8732c5f747dc"/></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0f3f01ae65548e5"/></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18c5d21883524701"/><Relationship Type="http://schemas.openxmlformats.org/officeDocument/2006/relationships/notesMaster" Target="/ppt/notesMasters/notesMaster1.xml" Id="R72644f1afa24492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02b57ed616134852"/><Relationship Type="http://schemas.openxmlformats.org/officeDocument/2006/relationships/notesMaster" Target="/ppt/notesMasters/notesMaster1.xml" Id="R698848c91b32444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922a0e1798ca4d5d"/><Relationship Type="http://schemas.openxmlformats.org/officeDocument/2006/relationships/notesMaster" Target="/ppt/notesMasters/notesMaster1.xml" Id="R85a1520a54d7409e"/></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98ea92e58d1f489c"/><Relationship Type="http://schemas.openxmlformats.org/officeDocument/2006/relationships/notesMaster" Target="/ppt/notesMasters/notesMaster1.xml" Id="Rab7f70749bb8445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3a6c555a88cf47ed"/><Relationship Type="http://schemas.openxmlformats.org/officeDocument/2006/relationships/notesMaster" Target="/ppt/notesMasters/notesMaster1.xml" Id="R6aff48d86a0b425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8f21f7630b1d4916"/><Relationship Type="http://schemas.openxmlformats.org/officeDocument/2006/relationships/notesMaster" Target="/ppt/notesMasters/notesMaster1.xml" Id="R17011bb8f9954ee9"/></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5dc7c3b02ded491c"/><Relationship Type="http://schemas.openxmlformats.org/officeDocument/2006/relationships/notesMaster" Target="/ppt/notesMasters/notesMaster1.xml" Id="Ra419f484962546b2"/></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4285322bc5dc4bf8"/><Relationship Type="http://schemas.openxmlformats.org/officeDocument/2006/relationships/notesMaster" Target="/ppt/notesMasters/notesMaster1.xml" Id="Rdb9d6124cd2148c2"/></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174f1d56d1ac43c7"/><Relationship Type="http://schemas.openxmlformats.org/officeDocument/2006/relationships/notesMaster" Target="/ppt/notesMasters/notesMaster1.xml" Id="Rb2a4971a1972426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0c05d056c5a4302"/><Relationship Type="http://schemas.openxmlformats.org/officeDocument/2006/relationships/notesMaster" Target="/ppt/notesMasters/notesMaster1.xml" Id="R734923ba42c74eb4"/></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65db1fc4e7c54e94"/><Relationship Type="http://schemas.openxmlformats.org/officeDocument/2006/relationships/notesMaster" Target="/ppt/notesMasters/notesMaster1.xml" Id="Re4dc3a7c4d094a3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75fda42effb74daf"/><Relationship Type="http://schemas.openxmlformats.org/officeDocument/2006/relationships/notesMaster" Target="/ppt/notesMasters/notesMaster1.xml" Id="R81991fa4e0354031"/></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0c452fb6c5144fc0"/><Relationship Type="http://schemas.openxmlformats.org/officeDocument/2006/relationships/notesMaster" Target="/ppt/notesMasters/notesMaster1.xml" Id="Re334e39e7bac4dbf"/></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3cdb271a43134dcc"/><Relationship Type="http://schemas.openxmlformats.org/officeDocument/2006/relationships/notesMaster" Target="/ppt/notesMasters/notesMaster1.xml" Id="Rbb4c60d8c00a4b45"/></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8640db5fdb144164"/><Relationship Type="http://schemas.openxmlformats.org/officeDocument/2006/relationships/notesMaster" Target="/ppt/notesMasters/notesMaster1.xml" Id="R54c55dbe4abf439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027c9704c984646"/><Relationship Type="http://schemas.openxmlformats.org/officeDocument/2006/relationships/notesMaster" Target="/ppt/notesMasters/notesMaster1.xml" Id="R7c65f71eec834674"/></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2e86142828904760"/><Relationship Type="http://schemas.openxmlformats.org/officeDocument/2006/relationships/notesMaster" Target="/ppt/notesMasters/notesMaster1.xml" Id="R2e0f3b693d2f493b"/></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8dca58f32614fee"/><Relationship Type="http://schemas.openxmlformats.org/officeDocument/2006/relationships/notesMaster" Target="/ppt/notesMasters/notesMaster1.xml" Id="R3c18cf4203a049c2"/></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7faf2cd3ced47f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25bf5c5b2fd4441b"/><Relationship Type="http://schemas.openxmlformats.org/officeDocument/2006/relationships/slideLayout" Target="/ppt/slideLayouts/slideLayout1.xml" Id="R256942d6da4047b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6942d6da4047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ff26ffcf0064d5e"/><Relationship Type="http://schemas.openxmlformats.org/officeDocument/2006/relationships/image" Target="/ppt/media/image.png" Id="R5c12dbbbd4c14754"/><Relationship Type="http://schemas.openxmlformats.org/officeDocument/2006/relationships/notesSlide" Target="/ppt/notesSlides/notesSlide1.xml" Id="R24d3bb6962454ea8"/></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7f315654a7f243d6"/><Relationship Type="http://schemas.openxmlformats.org/officeDocument/2006/relationships/notesSlide" Target="/ppt/notesSlides/notesSlide2.xml" Id="R374788f50bae40d4"/></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1f8e88f70fc34546"/><Relationship Type="http://schemas.openxmlformats.org/officeDocument/2006/relationships/notesSlide" Target="/ppt/notesSlides/notesSlide3.xml" Id="R91835a3af4b94e3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8cc2c85fe9b451d"/><Relationship Type="http://schemas.openxmlformats.org/officeDocument/2006/relationships/notesSlide" Target="/ppt/notesSlides/notesSlide4.xml" Id="R6a357442fc9845e6"/></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7604625ef6b449ea"/><Relationship Type="http://schemas.openxmlformats.org/officeDocument/2006/relationships/notesSlide" Target="/ppt/notesSlides/notesSlide5.xml" Id="Rc494481bcd8a4b9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a7026e190bd1437f"/><Relationship Type="http://schemas.openxmlformats.org/officeDocument/2006/relationships/chart" Target="/ppt/slides/charts/chart1.xml" Id="Rb373748bc7db4ad5"/><Relationship Type="http://schemas.openxmlformats.org/officeDocument/2006/relationships/notesSlide" Target="/ppt/notesSlides/notesSlide6.xml" Id="Ra2c9569a8f39444d"/></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94a2b255b5e14fe3"/><Relationship Type="http://schemas.openxmlformats.org/officeDocument/2006/relationships/notesSlide" Target="/ppt/notesSlides/notesSlide7.xml" Id="R88202a639407449e"/></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5ecb8a91ba6047c3"/><Relationship Type="http://schemas.openxmlformats.org/officeDocument/2006/relationships/chart" Target="/ppt/slides/charts/chart2.xml" Id="R485d6786d6d54694"/><Relationship Type="http://schemas.openxmlformats.org/officeDocument/2006/relationships/notesSlide" Target="/ppt/notesSlides/notesSlide8.xml" Id="R8765f004d7c74b4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e21bdaf2ea9445d8"/><Relationship Type="http://schemas.openxmlformats.org/officeDocument/2006/relationships/chart" Target="/ppt/slides/charts/chart3.xml" Id="Rab27616fecc14da2"/><Relationship Type="http://schemas.openxmlformats.org/officeDocument/2006/relationships/notesSlide" Target="/ppt/notesSlides/notesSlide9.xml" Id="R0ff66255f5944f3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907b8f2b1f644040"/><Relationship Type="http://schemas.openxmlformats.org/officeDocument/2006/relationships/chart" Target="/ppt/slides/charts/chart4.xml" Id="R21dc40bb9e004e73"/><Relationship Type="http://schemas.openxmlformats.org/officeDocument/2006/relationships/notesSlide" Target="/ppt/notesSlides/notesSlide10.xml" Id="R121ae4b1f87e4047"/></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4d62d845bbcf4812"/><Relationship Type="http://schemas.openxmlformats.org/officeDocument/2006/relationships/chart" Target="/ppt/slides/charts/chart5.xml" Id="R2c0331e440b64efa"/><Relationship Type="http://schemas.openxmlformats.org/officeDocument/2006/relationships/notesSlide" Target="/ppt/notesSlides/notesSlide11.xml" Id="R4467c04ed8b34c95"/></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738af5d081924bf0"/><Relationship Type="http://schemas.openxmlformats.org/officeDocument/2006/relationships/notesSlide" Target="/ppt/notesSlides/notesSlide12.xml" Id="Rd40133f2946e4c3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a8d2d4e9c8524845"/><Relationship Type="http://schemas.openxmlformats.org/officeDocument/2006/relationships/notesSlide" Target="/ppt/notesSlides/notesSlide13.xml" Id="R3060ce40c57941a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59fcedd4eb944bc2"/><Relationship Type="http://schemas.openxmlformats.org/officeDocument/2006/relationships/notesSlide" Target="/ppt/notesSlides/notesSlide14.xml" Id="R1786b52797db4cee"/></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9658ca7ee554048"/><Relationship Type="http://schemas.openxmlformats.org/officeDocument/2006/relationships/notesSlide" Target="/ppt/notesSlides/notesSlide15.xml" Id="Rd59a317e6a364a4b"/></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0d89105044f4be7"/><Relationship Type="http://schemas.openxmlformats.org/officeDocument/2006/relationships/notesSlide" Target="/ppt/notesSlides/notesSlide16.xml" Id="R664f0c05cbd14bd5"/></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0ba8d81680a047a9"/><Relationship Type="http://schemas.openxmlformats.org/officeDocument/2006/relationships/notesSlide" Target="/ppt/notesSlides/notesSlide17.xml" Id="Rdfcd712cc96d46dc"/></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5425ad4093b46ef"/><Relationship Type="http://schemas.openxmlformats.org/officeDocument/2006/relationships/notesSlide" Target="/ppt/notesSlides/notesSlide18.xml" Id="Rb4d1a1811d1b4128"/></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F78"/>
            </a:solidFill>
            <a:ln xmlns:a="http://schemas.openxmlformats.org/drawingml/2006/main" w="17145">
              <a:solidFill>
                <a:srgbClr val="007F78"/>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B44BB207-C59A-46F5-BB4E-8934BE0B73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c12dbbbd4c1475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208D0602-2758-4D95-B209-842B698936FA}"/>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BCE0EE6A-D8C2-4E7A-9E55-DC1920332797}"/>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4A38F1C9-9A70-43B2-A247-36B32A663BD8}"/>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574F589C-F3D3-446C-8910-A4F0C125CCC2}"/>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F723D24E-E339-4FA6-8938-5989F9263F3E}"/>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2623519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971783D2-E9A0-4C3A-9A79-03995163022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B16A48A1-9DB9-468A-A7D9-69676425E10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A27CB93D-950C-46DF-9777-C681DED817E7}"/>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014DC964-7702-45A1-9CCC-2DF06BBE422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1535151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1AB80947-175B-4C07-AC7D-4CCF0AE739F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1D6BDDE1-DB77-4C99-85E8-2DD26B3FB3E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4BA8EED3-D9F9-4E35-BDB2-972EDE94C705}"/>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63191249-B4F3-4D77-A271-B54B209712E8}"/>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7D561074-513A-4A60-9F2C-72F29CEEA4C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C87C7C4A-25BF-418B-8C67-0B97E68C5585}"/>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6BF33CED-231C-4A58-936E-7AA176147F0E}"/>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E312F48B-5688-4D67-94CF-FD0F6CB486F6}"/>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C657BCB7-18F7-45C8-8841-D5B127E6D226}"/>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DD68B8D5-E26C-4B70-86D2-6B14255FF82E}"/>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573C663F-A742-46D6-956E-59A9751C2E40}"/>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AE8ACE70-4AEB-417B-8B9E-3156C203B4B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9252264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67DDB4B8-A068-44A7-B2DB-9B8F59D3402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6E528F26-DA0D-42FC-952B-3ED593C2F10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07965FAF-5D5F-425D-BE09-4EDAAC458DA8}"/>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FD8AB8C2-A7D9-4F2C-BD44-3DCF8C6BF50F}"/>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EC6A457C-2F15-4193-AE4B-DA5E50BF33C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BD854FDD-3588-4999-9B76-52CD22B08C5A}"/>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162A74C8-6049-4BA4-A5DE-69CD77DC29E5}"/>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FA4FBF3F-D549-4EDA-A853-2A97BF05F87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6048E9B2-7F88-4AD2-8193-9C73B4C1232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7176680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672E9A89-CB5C-46C5-98B8-C0BBB8EB5C6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3FCB9712-E531-4325-9D1C-D50E4BEF2C3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69753A62-4E1F-47F6-912C-8A132BC2F8C2}"/>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B1D4A24B-BC29-4359-A3C3-108B980A028B}"/>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A28705C-052F-458C-9470-D360D0095E80}"/>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4930B873-B5E6-4995-87B7-B74B091E6586}"/>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9109516A-9A19-4778-BC70-7BA9948B0B6E}"/>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2459B154-0185-4CA5-88D0-BF77E50CFDEE}"/>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FFECF07F-040A-44A8-8BFD-473732D48213}"/>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FE0912C1-310B-420E-A311-4A343469B5DC}"/>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A8D2F2FC-8E02-4569-84A5-D9A92FDDA09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8613414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B96548C5-E83B-4DF5-B7B2-E599EE4B5D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848B0292-0D25-42A9-A2B7-BFC1C012C73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b373748bc7db4ad5"/>
          </a:graphicData>
        </a:graphic>
      </p:graphicFrame>
      <p:sp>
        <p:nvSpPr>
          <p:cNvPr id="4" name="E5 paired change: +0.391   95% CI [0.365, 0.417]">
            <a:extLst xmlns:a="http://schemas.openxmlformats.org/drawingml/2006/main">
              <a:ext uri="{FF2B5EF4-FFF2-40B4-BE49-F238E27FC236}">
                <a16:creationId xmlns:a16="http://schemas.microsoft.com/office/drawing/2014/main" id="{80E87F42-3498-46E0-B6BF-7C9D9794090B}"/>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486FF0BF-1CF1-4E9F-B327-E2E94641D75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2924339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CE46E4ED-E5C8-4527-AC68-51440C652D9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534DFCE-AA7C-4441-8AF8-FD99881A4D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47F62E27-F6A7-40F0-944C-22D22B36AE0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E6F3E9E5-F9E7-4A64-87C2-9FF0EA81079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6EF2E61D-740F-4A96-83E8-6DC7013A2C35}"/>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1790F242-4B00-49A4-AA21-BCFDC2C81E68}"/>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C0B5A796-1920-4DFD-837F-6A0CE9FADB41}"/>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06ED6F9A-3ADB-4E4E-87F1-D17C5B10641F}"/>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C17B303C-02A1-48FB-8FE8-646A0510642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20026740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3C721540-BEC9-49A3-9CFA-B6D742C0AEF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EB8D764-1EFA-4EAE-899D-01E30F6EA79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485d6786d6d54694"/>
          </a:graphicData>
        </a:graphic>
      </p:graphicFrame>
      <p:sp>
        <p:nvSpPr>
          <p:cNvPr id="4" name="0.907">
            <a:extLst xmlns:a="http://schemas.openxmlformats.org/drawingml/2006/main">
              <a:ext uri="{FF2B5EF4-FFF2-40B4-BE49-F238E27FC236}">
                <a16:creationId xmlns:a16="http://schemas.microsoft.com/office/drawing/2014/main" id="{F73ECEBD-2A54-4A27-8643-0CC68F533C89}"/>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1F8E570A-C53B-416D-9468-201EABABDF77}"/>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C0DADD72-B494-400C-882B-BB54D55E99D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AAC58382-7884-4CB8-9170-59E7B966909B}"/>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AEA3CDA7-97BC-4F97-8156-499E473DD75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87818FAB-5431-48A2-9B43-0D49BDDDC11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6852293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F1B70FFC-46FD-44CA-AE74-F5E31ABDA9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8A7DDF1D-CFE8-4AD7-A99F-B487DA882C7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EE1FE3D5-63A2-40B4-8EBE-9536AB77CD12}"/>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ab27616fecc14da2"/>
          </a:graphicData>
        </a:graphic>
      </p:graphicFrame>
      <p:sp>
        <p:nvSpPr>
          <p:cNvPr id="5" name="451.5">
            <a:extLst xmlns:a="http://schemas.openxmlformats.org/drawingml/2006/main">
              <a:ext uri="{FF2B5EF4-FFF2-40B4-BE49-F238E27FC236}">
                <a16:creationId xmlns:a16="http://schemas.microsoft.com/office/drawing/2014/main" id="{93BA7F9D-B75B-4BB6-8283-CF5317674E1D}"/>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6623A213-3554-4CE8-8EAF-90EE5F8A7101}"/>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15B027D6-94A9-4247-B176-E3C728874062}"/>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C46FC040-544E-4AB9-B7EC-7E59DC0450A6}"/>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842A852E-8F5C-46D3-BFEE-CFCDC68A578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9837486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and E5 across pool depths">
            <a:extLst xmlns:a="http://schemas.openxmlformats.org/drawingml/2006/main">
              <a:ext uri="{FF2B5EF4-FFF2-40B4-BE49-F238E27FC236}">
                <a16:creationId xmlns:a16="http://schemas.microsoft.com/office/drawing/2014/main" id="{4ACB3C35-DACE-487B-9F61-B2385496DE8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03AC6701-18F3-410C-9061-A9730F23C54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6FE9B6CB-E3CA-415C-8E1A-AFC831C91DAD}"/>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0" name="Chart"/>
          <p:cNvGraphicFramePr/>
          <p:nvPr/>
        </p:nvGraphicFramePr>
        <p:xfrm>
          <a:off xmlns:a="http://schemas.openxmlformats.org/drawingml/2006/main" x="609600" y="2276475"/>
          <a:ext xmlns:a="http://schemas.openxmlformats.org/drawingml/2006/main" cx="10972800" cy="3267075"/>
        </p:xfrm>
        <a:graphic xmlns:a="http://schemas.openxmlformats.org/drawingml/2006/main">
          <a:graphicData uri="http://schemas.openxmlformats.org/drawingml/2006/chart">
            <c:chart xmlns:r="http://schemas.openxmlformats.org/officeDocument/2006/relationships" xmlns:c="http://schemas.openxmlformats.org/drawingml/2006/chart" r:id="R21dc40bb9e004e73"/>
          </a:graphicData>
        </a:graphic>
      </p:graphicFrame>
      <p:sp>
        <p:nvSpPr>
          <p:cNvPr id="5" name="K = 200: +0.0088   95% CI [0.0082, 0.0095]">
            <a:extLst xmlns:a="http://schemas.openxmlformats.org/drawingml/2006/main">
              <a:ext uri="{FF2B5EF4-FFF2-40B4-BE49-F238E27FC236}">
                <a16:creationId xmlns:a16="http://schemas.microsoft.com/office/drawing/2014/main" id="{EF66972D-DBEE-4179-9E28-C9180B19B807}"/>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Mean differences wit">
            <a:extLst xmlns:a="http://schemas.openxmlformats.org/drawingml/2006/main">
              <a:ext uri="{FF2B5EF4-FFF2-40B4-BE49-F238E27FC236}">
                <a16:creationId xmlns:a16="http://schemas.microsoft.com/office/drawing/2014/main" id="{A8C609F0-9201-4454-BDCA-0A16C8D248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19410755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44633683-360F-40BC-A523-67A72A7026D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E2AA4D36-1E72-495F-8725-9A6AAED222D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7CE50523-B469-4B57-9093-CD8972707CD3}"/>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2c0331e440b64efa"/>
          </a:graphicData>
        </a:graphic>
      </p:graphicFrame>
      <p:sp>
        <p:nvSpPr>
          <p:cNvPr id="5" name="14.4%">
            <a:extLst xmlns:a="http://schemas.openxmlformats.org/drawingml/2006/main">
              <a:ext uri="{FF2B5EF4-FFF2-40B4-BE49-F238E27FC236}">
                <a16:creationId xmlns:a16="http://schemas.microsoft.com/office/drawing/2014/main" id="{543CDEDB-7E01-44B4-B6BE-04BBFAD5B8D6}"/>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32104E0B-1B09-444D-8490-B5059EE91363}"/>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D42A6C54-32AB-4DE4-88FF-E6C09F649F1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CEFB1597-FAD6-4F17-AC1C-551344660F3A}"/>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DFDCF72D-3262-4E34-A920-F233FFF52B76}"/>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7E5B4657-C700-40AF-831C-BA488FB2385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20784424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6EA94C29-7387-49DD-811E-46F1B797881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EFD94B9D-811B-465F-BA88-90399CF6485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AFB08380-F874-4337-886A-2896DDC96DB1}"/>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9E47846-A0CD-432C-A846-2AEC4B910CC0}"/>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A5817DE3-A0D1-4B87-BBB4-52199C277584}"/>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0E9C4A0D-8B22-4202-86CE-CC9A275FB2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468378814"/>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089BD66F-7C9F-4844-86CE-A14FB0DE944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85BECC7C-E108-4970-8EB3-8A64F4CD394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2C28F9D4-3BF2-4B5B-A565-FB5DD9945C93}"/>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AB8BBCA6-850D-484C-A31B-21299D0EA731}"/>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8B942C8F-7E69-4315-A339-D3ABA24887FA}"/>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01EFA283-4DBB-47AA-A18E-826E95E116EB}"/>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9BCA1009-5F53-487D-9D9A-044B4BA23850}"/>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33AFE07C-5524-4946-96AF-1003F56A5862}"/>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88555A63-A289-48BC-BBA9-21A9F864180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41144215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CAC31B40-465E-41BB-945F-95BDEA71533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BA3FB6D1-F71A-48B9-B63A-EDC12C15B5F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56121354-5BDE-42BF-A3C4-72DBF61A098B}"/>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5E188195-2607-40CD-B989-3C3539F1DEA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4181882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CFEA03EA-4DF0-4276-89C1-5BCFB1C7605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AA8E1E5B-E944-462A-BDE2-09530AB09D7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C08E77A6-F64A-48C9-BAB4-F81775361A7C}"/>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FEA29FE6-0AB2-4819-B575-273271909072}"/>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24B7F203-F422-434B-94C7-008C81520A56}"/>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F295771D-AB0C-4873-965B-92C6F5D0CAC7}"/>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B95B284A-C91A-49BD-8C91-9CEC64AFDA1E}"/>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5826F1D1-1DFB-4CAB-8BE0-54082180777C}"/>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4765EEFC-000B-4D83-8CE6-876C25BFEC89}"/>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86DA58E4-8F0D-4229-A956-0C10C0D7D279}"/>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5DA52DD1-03DB-476B-9791-810E844C2878}"/>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076CA542-3AB7-4735-A389-99F63DDC613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284869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E777870A-4134-4D04-B0AD-7240129C8E6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01CD7FAF-F4F9-4ED5-A399-2F1E9EAC949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B450602-4B47-42AB-8130-5940208ECB9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5652712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2D104FED-BEC2-4945-AB5A-B8CF938EF6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0F85F34C-760F-4B1C-AA4B-A433F6782C1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1A0884E5-8E04-46AC-8599-CC2A78C6CAFC}"/>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DF65F9CC-EE48-4983-B68A-CD1149B3BA9C}"/>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E950C8EF-4683-489E-8689-8A455F370BF5}"/>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253DBE41-63C7-4CDA-A7F3-FA2AEDF89B7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5151439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DA41D61C-5F57-440F-A5E0-E528D89268F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05CFE5E7-F79D-4F8D-9966-1FCBD1120B5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D5D77CFD-0E0E-485B-8CC5-5BA30964942D}"/>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299F81DA-3B47-4AB8-9409-ECDF59A116D4}"/>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E9A17C5A-D751-4072-BD05-C0977A52EE8F}"/>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41B31C1E-566B-4AD6-BF7A-7671A9DBE00A}"/>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404A6EC0-A7FF-4C92-9F9D-BE182E71F5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379315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