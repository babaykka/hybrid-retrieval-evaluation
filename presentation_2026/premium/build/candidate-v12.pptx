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a49a8a29d9394034"/><Relationship Type="http://schemas.openxmlformats.org/officeDocument/2006/relationships/extended-properties" Target="/docProps/app.xml" Id="R76dcd8dcb82b4e78"/><Relationship Type="http://schemas.openxmlformats.org/officeDocument/2006/relationships/officeDocument" Target="/ppt/presentation.xml" Id="R38b16ded56b44e7b"/></Relationships>
</file>

<file path=ppt/presentation.xml><?xml version="1.0" encoding="utf-8"?>
<p:presentation xmlns:p="http://schemas.openxmlformats.org/presentationml/2006/main">
  <p:sldMasterIdLst>
    <p:sldMasterId xmlns:r="http://schemas.openxmlformats.org/officeDocument/2006/relationships" id="2147483648" r:id="Rd795efde032b43a6"/>
  </p:sldMasterIdLst>
  <p:notesMasterIdLst>
    <p:notesMasterId xmlns:r="http://schemas.openxmlformats.org/officeDocument/2006/relationships" r:id="R8a82ee53c94f476b"/>
  </p:notesMasterIdLst>
  <p:sldIdLst>
    <p:sldId xmlns:r="http://schemas.openxmlformats.org/officeDocument/2006/relationships" id="256" r:id="R8ab99b5eddd64a3f"/>
    <p:sldId xmlns:r="http://schemas.openxmlformats.org/officeDocument/2006/relationships" id="257" r:id="R1a44707292ae4b8e"/>
    <p:sldId xmlns:r="http://schemas.openxmlformats.org/officeDocument/2006/relationships" id="258" r:id="Ra438eebb12544c6a"/>
    <p:sldId xmlns:r="http://schemas.openxmlformats.org/officeDocument/2006/relationships" id="259" r:id="R00b9b29b3dfb44df"/>
    <p:sldId xmlns:r="http://schemas.openxmlformats.org/officeDocument/2006/relationships" id="260" r:id="R745a72391fdc4e11"/>
    <p:sldId xmlns:r="http://schemas.openxmlformats.org/officeDocument/2006/relationships" id="261" r:id="R1543d6d2942e4c08"/>
    <p:sldId xmlns:r="http://schemas.openxmlformats.org/officeDocument/2006/relationships" id="262" r:id="R0c62f1bc554f4195"/>
    <p:sldId xmlns:r="http://schemas.openxmlformats.org/officeDocument/2006/relationships" id="263" r:id="Rbf68a277f48846bc"/>
    <p:sldId xmlns:r="http://schemas.openxmlformats.org/officeDocument/2006/relationships" id="264" r:id="Rcc484351be1c432c"/>
    <p:sldId xmlns:r="http://schemas.openxmlformats.org/officeDocument/2006/relationships" id="265" r:id="R10a09696436b4f9f"/>
    <p:sldId xmlns:r="http://schemas.openxmlformats.org/officeDocument/2006/relationships" id="266" r:id="R07346751a4e3427a"/>
    <p:sldId xmlns:r="http://schemas.openxmlformats.org/officeDocument/2006/relationships" id="267" r:id="Rd779b69e7cd74c86"/>
    <p:sldId xmlns:r="http://schemas.openxmlformats.org/officeDocument/2006/relationships" id="268" r:id="R0170bd113a004242"/>
    <p:sldId xmlns:r="http://schemas.openxmlformats.org/officeDocument/2006/relationships" id="269" r:id="R1768aac92f734299"/>
    <p:sldId xmlns:r="http://schemas.openxmlformats.org/officeDocument/2006/relationships" id="270" r:id="Rdbe0ef73a57e4f92"/>
    <p:sldId xmlns:r="http://schemas.openxmlformats.org/officeDocument/2006/relationships" id="271" r:id="R24c25792316b4a61"/>
    <p:sldId xmlns:r="http://schemas.openxmlformats.org/officeDocument/2006/relationships" id="272" r:id="Rae5cdfda32e94ef6"/>
    <p:sldId xmlns:r="http://schemas.openxmlformats.org/officeDocument/2006/relationships" id="273" r:id="R8604e0d0d77a4e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2c60fdf499d4bcf"/><Relationship Type="http://schemas.openxmlformats.org/officeDocument/2006/relationships/slideMaster" Target="/ppt/slideMasters/slideMaster1.xml" Id="Rd795efde032b43a6"/><Relationship Type="http://schemas.openxmlformats.org/officeDocument/2006/relationships/notesMaster" Target="/ppt/notesMasters/notesMaster1.xml" Id="R8a82ee53c94f476b"/><Relationship Type="http://schemas.openxmlformats.org/officeDocument/2006/relationships/presProps" Target="/ppt/presProps.xml" Id="Rf2f888a978ad4db9"/><Relationship Type="http://schemas.openxmlformats.org/officeDocument/2006/relationships/tableStyles" Target="/ppt/tableStyles.xml" Id="Rca54b5154fe842ac"/><Relationship Type="http://schemas.openxmlformats.org/officeDocument/2006/relationships/slide" Target="/ppt/slides/slide1.xml" Id="R8ab99b5eddd64a3f"/><Relationship Type="http://schemas.openxmlformats.org/officeDocument/2006/relationships/slide" Target="/ppt/slides/slide2.xml" Id="R1a44707292ae4b8e"/><Relationship Type="http://schemas.openxmlformats.org/officeDocument/2006/relationships/slide" Target="/ppt/slides/slide3.xml" Id="Ra438eebb12544c6a"/><Relationship Type="http://schemas.openxmlformats.org/officeDocument/2006/relationships/slide" Target="/ppt/slides/slide4.xml" Id="R00b9b29b3dfb44df"/><Relationship Type="http://schemas.openxmlformats.org/officeDocument/2006/relationships/slide" Target="/ppt/slides/slide5.xml" Id="R745a72391fdc4e11"/><Relationship Type="http://schemas.openxmlformats.org/officeDocument/2006/relationships/slide" Target="/ppt/slides/slide6.xml" Id="R1543d6d2942e4c08"/><Relationship Type="http://schemas.openxmlformats.org/officeDocument/2006/relationships/slide" Target="/ppt/slides/slide7.xml" Id="R0c62f1bc554f4195"/><Relationship Type="http://schemas.openxmlformats.org/officeDocument/2006/relationships/slide" Target="/ppt/slides/slide8.xml" Id="Rbf68a277f48846bc"/><Relationship Type="http://schemas.openxmlformats.org/officeDocument/2006/relationships/slide" Target="/ppt/slides/slide9.xml" Id="Rcc484351be1c432c"/><Relationship Type="http://schemas.openxmlformats.org/officeDocument/2006/relationships/slide" Target="/ppt/slides/slide10.xml" Id="R10a09696436b4f9f"/><Relationship Type="http://schemas.openxmlformats.org/officeDocument/2006/relationships/slide" Target="/ppt/slides/slide11.xml" Id="R07346751a4e3427a"/><Relationship Type="http://schemas.openxmlformats.org/officeDocument/2006/relationships/slide" Target="/ppt/slides/slide12.xml" Id="Rd779b69e7cd74c86"/><Relationship Type="http://schemas.openxmlformats.org/officeDocument/2006/relationships/slide" Target="/ppt/slides/slide13.xml" Id="R0170bd113a004242"/><Relationship Type="http://schemas.openxmlformats.org/officeDocument/2006/relationships/slide" Target="/ppt/slides/slide14.xml" Id="R1768aac92f734299"/><Relationship Type="http://schemas.openxmlformats.org/officeDocument/2006/relationships/slide" Target="/ppt/slides/slide15.xml" Id="Rdbe0ef73a57e4f92"/><Relationship Type="http://schemas.openxmlformats.org/officeDocument/2006/relationships/slide" Target="/ppt/slides/slide16.xml" Id="R24c25792316b4a61"/><Relationship Type="http://schemas.openxmlformats.org/officeDocument/2006/relationships/slide" Target="/ppt/slides/slide17.xml" Id="Rae5cdfda32e94ef6"/><Relationship Type="http://schemas.openxmlformats.org/officeDocument/2006/relationships/slide" Target="/ppt/slides/slide18.xml" Id="R8604e0d0d77a4e41"/></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93f314365f3a40f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306288cddf3e4148"/><Relationship Type="http://schemas.openxmlformats.org/officeDocument/2006/relationships/notesMaster" Target="/ppt/notesMasters/notesMaster1.xml" Id="Rfbf400331f8e4365"/></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47a0caa9d8b4711"/><Relationship Type="http://schemas.openxmlformats.org/officeDocument/2006/relationships/notesMaster" Target="/ppt/notesMasters/notesMaster1.xml" Id="R7db5be78f35b4046"/></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c804874b6be49db"/><Relationship Type="http://schemas.openxmlformats.org/officeDocument/2006/relationships/notesMaster" Target="/ppt/notesMasters/notesMaster1.xml" Id="R3914d43690ec40d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f7a17caaa5514ab4"/><Relationship Type="http://schemas.openxmlformats.org/officeDocument/2006/relationships/notesMaster" Target="/ppt/notesMasters/notesMaster1.xml" Id="Rbf2f8ab935ef41b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2ef1cc160b8467f"/><Relationship Type="http://schemas.openxmlformats.org/officeDocument/2006/relationships/notesMaster" Target="/ppt/notesMasters/notesMaster1.xml" Id="Recc7004342ba4d87"/></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e0c1823b8e14638"/><Relationship Type="http://schemas.openxmlformats.org/officeDocument/2006/relationships/notesMaster" Target="/ppt/notesMasters/notesMaster1.xml" Id="R0dc90f9e930343e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08d8d4477a304eb0"/><Relationship Type="http://schemas.openxmlformats.org/officeDocument/2006/relationships/notesMaster" Target="/ppt/notesMasters/notesMaster1.xml" Id="Rb39a8288300a41b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cfb6b59d56f482b"/><Relationship Type="http://schemas.openxmlformats.org/officeDocument/2006/relationships/notesMaster" Target="/ppt/notesMasters/notesMaster1.xml" Id="Rc4c6229712b744c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5f04142968444e9"/><Relationship Type="http://schemas.openxmlformats.org/officeDocument/2006/relationships/notesMaster" Target="/ppt/notesMasters/notesMaster1.xml" Id="Red75f77a72544486"/></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b24b992bd804575"/><Relationship Type="http://schemas.openxmlformats.org/officeDocument/2006/relationships/notesMaster" Target="/ppt/notesMasters/notesMaster1.xml" Id="R7ce97691c5324b0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42bc9093ebe4ca2"/><Relationship Type="http://schemas.openxmlformats.org/officeDocument/2006/relationships/notesMaster" Target="/ppt/notesMasters/notesMaster1.xml" Id="R689f02abe89c43e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c4c6fe98322a41ab"/><Relationship Type="http://schemas.openxmlformats.org/officeDocument/2006/relationships/notesMaster" Target="/ppt/notesMasters/notesMaster1.xml" Id="R858a5059709f40e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97ed92dabec34fd4"/><Relationship Type="http://schemas.openxmlformats.org/officeDocument/2006/relationships/notesMaster" Target="/ppt/notesMasters/notesMaster1.xml" Id="Rbdc813f41ae1443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8e1f0dbc89aa4fcc"/><Relationship Type="http://schemas.openxmlformats.org/officeDocument/2006/relationships/notesMaster" Target="/ppt/notesMasters/notesMaster1.xml" Id="Re2199ec527a741eb"/></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082c91195f44faa"/><Relationship Type="http://schemas.openxmlformats.org/officeDocument/2006/relationships/notesMaster" Target="/ppt/notesMasters/notesMaster1.xml" Id="R7c7caaac8e0144af"/></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02c726ddf6745d3"/><Relationship Type="http://schemas.openxmlformats.org/officeDocument/2006/relationships/notesMaster" Target="/ppt/notesMasters/notesMaster1.xml" Id="Rc8888e8e0d4b4507"/></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4c1e9a73e104299"/><Relationship Type="http://schemas.openxmlformats.org/officeDocument/2006/relationships/notesMaster" Target="/ppt/notesMasters/notesMaster1.xml" Id="Rb3c500737a954c1a"/></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0c498bc5b544eff"/><Relationship Type="http://schemas.openxmlformats.org/officeDocument/2006/relationships/notesMaster" Target="/ppt/notesMasters/notesMaster1.xml" Id="R1997fc91fa114e2d"/></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2888c745daad444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5bea43736af4a43"/><Relationship Type="http://schemas.openxmlformats.org/officeDocument/2006/relationships/slideLayout" Target="/ppt/slideLayouts/slideLayout1.xml" Id="R5417c26ff7d542c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17c26ff7d542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dec2592fc604c2d"/><Relationship Type="http://schemas.openxmlformats.org/officeDocument/2006/relationships/image" Target="/ppt/media/image.png" Id="Rf291993d79474c64"/><Relationship Type="http://schemas.openxmlformats.org/officeDocument/2006/relationships/notesSlide" Target="/ppt/notesSlides/notesSlide1.xml" Id="Ra23595fb12b2434a"/></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fe23a15377a426b"/><Relationship Type="http://schemas.openxmlformats.org/officeDocument/2006/relationships/notesSlide" Target="/ppt/notesSlides/notesSlide2.xml" Id="R9f12505eec4d4ed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ba798f6020074376"/><Relationship Type="http://schemas.openxmlformats.org/officeDocument/2006/relationships/notesSlide" Target="/ppt/notesSlides/notesSlide3.xml" Id="R1f56e723a0d74f9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646f5314c2441fd"/><Relationship Type="http://schemas.openxmlformats.org/officeDocument/2006/relationships/notesSlide" Target="/ppt/notesSlides/notesSlide4.xml" Id="Rea166992bed447f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bd10e05396d64d2d"/><Relationship Type="http://schemas.openxmlformats.org/officeDocument/2006/relationships/notesSlide" Target="/ppt/notesSlides/notesSlide5.xml" Id="Ra64795d0cfc24a4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fe585c1559b1463b"/><Relationship Type="http://schemas.openxmlformats.org/officeDocument/2006/relationships/chart" Target="/ppt/slides/charts/chart1.xml" Id="R740a24e1873e49c5"/><Relationship Type="http://schemas.openxmlformats.org/officeDocument/2006/relationships/notesSlide" Target="/ppt/notesSlides/notesSlide6.xml" Id="R9788d9f7442b41c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2014838a9974cd8"/><Relationship Type="http://schemas.openxmlformats.org/officeDocument/2006/relationships/notesSlide" Target="/ppt/notesSlides/notesSlide7.xml" Id="Rdcb90674ea8647e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9d977439c4c4974"/><Relationship Type="http://schemas.openxmlformats.org/officeDocument/2006/relationships/chart" Target="/ppt/slides/charts/chart2.xml" Id="R5056f576a8f44bba"/><Relationship Type="http://schemas.openxmlformats.org/officeDocument/2006/relationships/notesSlide" Target="/ppt/notesSlides/notesSlide8.xml" Id="Rbb62ab471a48467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622fa439aec478c"/><Relationship Type="http://schemas.openxmlformats.org/officeDocument/2006/relationships/chart" Target="/ppt/slides/charts/chart3.xml" Id="R40f6d10cd0cf4a8f"/><Relationship Type="http://schemas.openxmlformats.org/officeDocument/2006/relationships/notesSlide" Target="/ppt/notesSlides/notesSlide9.xml" Id="R48cb585f4c94477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5748c374e8d14497"/><Relationship Type="http://schemas.openxmlformats.org/officeDocument/2006/relationships/chart" Target="/ppt/slides/charts/chart4.xml" Id="R04f83510cb5d41da"/><Relationship Type="http://schemas.openxmlformats.org/officeDocument/2006/relationships/notesSlide" Target="/ppt/notesSlides/notesSlide10.xml" Id="Rbfe88f45aca345a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2fbebd67b40f49c9"/><Relationship Type="http://schemas.openxmlformats.org/officeDocument/2006/relationships/chart" Target="/ppt/slides/charts/chart5.xml" Id="Rffc07bd249f04265"/><Relationship Type="http://schemas.openxmlformats.org/officeDocument/2006/relationships/notesSlide" Target="/ppt/notesSlides/notesSlide11.xml" Id="Re4f7b5c909ed49a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192328e72b84d6c"/><Relationship Type="http://schemas.openxmlformats.org/officeDocument/2006/relationships/notesSlide" Target="/ppt/notesSlides/notesSlide12.xml" Id="Ra5514e1ea2f8462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78604b716274a3a"/><Relationship Type="http://schemas.openxmlformats.org/officeDocument/2006/relationships/notesSlide" Target="/ppt/notesSlides/notesSlide13.xml" Id="Rc3541cdee14c4333"/></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884bd07cd9045d4"/><Relationship Type="http://schemas.openxmlformats.org/officeDocument/2006/relationships/notesSlide" Target="/ppt/notesSlides/notesSlide14.xml" Id="R72d8e6f6e6b4483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e0b25522bfd4b99"/><Relationship Type="http://schemas.openxmlformats.org/officeDocument/2006/relationships/notesSlide" Target="/ppt/notesSlides/notesSlide15.xml" Id="R81b1153f2cea4b82"/></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5c91ca5b4044482"/><Relationship Type="http://schemas.openxmlformats.org/officeDocument/2006/relationships/notesSlide" Target="/ppt/notesSlides/notesSlide16.xml" Id="Re13377114ef4443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ee692c36f2a54294"/><Relationship Type="http://schemas.openxmlformats.org/officeDocument/2006/relationships/notesSlide" Target="/ppt/notesSlides/notesSlide17.xml" Id="Rd5674fd1f1ff43a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d16597dafbc4acf"/><Relationship Type="http://schemas.openxmlformats.org/officeDocument/2006/relationships/notesSlide" Target="/ppt/notesSlides/notesSlide18.xml" Id="R1257fbaa613746ab"/></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A0B6D100-FA2D-451B-A690-0A50E82E64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291993d79474c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C483A2CE-E35C-4029-ABF5-62B4AFC61AD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CCC20EEA-F8F7-4787-A329-D29C8B91633D}"/>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A25E1CF0-93BD-4E50-89AD-0B7D4192B69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D0D30C54-7EED-48DB-AE1F-234964D489C4}"/>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715A9240-3786-4225-87E8-9CAF14881F31}"/>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4664373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786F9DFB-8B46-438A-8AB5-9375E4672DC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F3CDC510-87FC-44E7-AA5F-625E10FDFB4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EE171C36-3EF1-43EF-B047-405CAFAC7B0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7AFB4621-280A-4B51-8460-1B533194F5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8073938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4E91534D-9596-40C5-9E67-969746439CF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3D1F11DD-99A1-4453-8A30-6B731A5767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F637B1DB-50C5-46F7-BF6C-6FF40B127CA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99A1F57B-90BD-4A3B-AE13-EFD6C7456D8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907C90B-7996-4D92-8607-796233D2C17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D2333A95-5506-4F96-8A6F-AAFADE994525}"/>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4D43D2AC-FE3D-4606-A5FD-A00AF49C84C0}"/>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65BCF57F-F120-4216-A95C-D4AC2C66914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E662EB44-2B42-4302-B4DA-A8CB8D38B38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600FD72D-8696-41F5-BA14-D7CD3931E5AB}"/>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A5A363D6-49B9-4B28-A3FF-7333CBD20289}"/>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36616918-9F2B-4CBC-BD42-4C6FA5C6E1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0273538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C461700B-9817-4D09-A790-EA6EFB4CBB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688A007E-6719-4A53-9354-E397F20D2A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12CCE707-F581-465B-91AB-64B32AA597B5}"/>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C5EEF881-3A4D-483C-BC31-C8023A2C00D4}"/>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875DF8F0-F092-4A52-858F-B8A2EC342958}"/>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97D87A56-7E28-4DA7-B543-2458D6E3C681}"/>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5A9AFFA0-780E-4B30-96AB-EBA73560F427}"/>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26A33D9D-F4DE-420F-8CC7-FD874DF67DE0}"/>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C29BAA01-2E3B-41CF-9643-C3BCD3DB34A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6258957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7FA6B0E2-C9D2-4E37-8A99-826025C1B3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B5AEE9DD-FB52-4E77-B0A5-62EA0E036D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3651E227-FBD3-43EF-B4EA-1D6842EF692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91B22826-F920-4576-8CA3-3C61A1D723F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673E0C0-C15A-407C-B646-0C82DD51B436}"/>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5113F3BF-5EDC-40D8-A7CC-81BB89EC97BD}"/>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0D5DBBA2-3AF0-4565-A984-A2367519AA9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F676AA15-702F-4108-9F12-16D4A2467AF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9AABEBFB-5820-45F3-94E7-177DAA1D2E20}"/>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D78C98B-23FD-4164-A39E-76710359D791}"/>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A3301D77-71B0-42AF-A594-D5D03CB865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189312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36D7904B-B290-4555-80D5-1D15F3B97EC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276B3241-3167-4173-8F0C-D97C4A767EB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29E9B250-1AF4-49A9-974C-9DFA0F28A7E3}"/>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740a24e1873e49c5"/>
          </a:graphicData>
        </a:graphic>
      </p:graphicFrame>
      <p:sp>
        <p:nvSpPr>
          <p:cNvPr id="5" name="E5 paired change: +0.391   95% CI [0.365, 0.417]">
            <a:extLst xmlns:a="http://schemas.openxmlformats.org/drawingml/2006/main">
              <a:ext uri="{FF2B5EF4-FFF2-40B4-BE49-F238E27FC236}">
                <a16:creationId xmlns:a16="http://schemas.microsoft.com/office/drawing/2014/main" id="{5FA5DBFC-0C91-4CA6-82F2-34D06F1EDC70}"/>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A2531554-F6D6-4336-9218-06C9811FFB7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4766508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2F980055-E872-431A-91BA-1183D4D186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B49AA9D-423B-40DC-ACD9-C9EE99370A7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9FBA3E1-96EA-4FA7-9282-B8A32CABCB86}"/>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E2A2A52A-8834-494E-898F-E122911793CA}"/>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D1D0CE24-6D1A-4281-9191-FF69A3DC687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A0D2438D-722B-4D96-BFF2-D0F804AB50E0}"/>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2E51528F-4F5E-4937-97D6-3CC6F01D2513}"/>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DF4C0E5E-85B3-4BDD-B85B-2546E5095AD8}"/>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1D743270-F390-4469-8475-A5CC12309254}"/>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71D449CA-3F64-47F8-8E36-E7411347D2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4680819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B5999441-71C9-4EA9-A21E-2FF60CC792D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3FEB786-D705-4477-B4FF-132627208F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unseen queries from the manual pools, 5,002 ">
            <a:extLst xmlns:a="http://schemas.openxmlformats.org/drawingml/2006/main">
              <a:ext uri="{FF2B5EF4-FFF2-40B4-BE49-F238E27FC236}">
                <a16:creationId xmlns:a16="http://schemas.microsoft.com/office/drawing/2014/main" id="{901A218F-CC5C-4E80-93CF-7F365A59B78C}"/>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unseen queries from the manual pools,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5056f576a8f44bba"/>
          </a:graphicData>
        </a:graphic>
      </p:graphicFrame>
      <p:sp>
        <p:nvSpPr>
          <p:cNvPr id="5" name="0.907">
            <a:extLst xmlns:a="http://schemas.openxmlformats.org/drawingml/2006/main">
              <a:ext uri="{FF2B5EF4-FFF2-40B4-BE49-F238E27FC236}">
                <a16:creationId xmlns:a16="http://schemas.microsoft.com/office/drawing/2014/main" id="{B8161CC3-3F2F-4649-9B53-059D872DEB49}"/>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74D67B2D-DE57-4DB6-B46E-BAA1A2A9EE30}"/>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83EE1A66-F6FC-4BAD-9DB6-97BD97BCFDFD}"/>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407E61AF-D7EA-4619-99E1-FE4F6AED7F6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EE4F2F3B-BD0F-42AD-AA64-9CF028B45E9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37B21BF4-083E-4420-914C-5D17EC43360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1696364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88E9C8FA-0CC5-4B8F-8576-08EDFA375AB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2D984AF6-A27E-423C-99F6-B7BEBC5DBFF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0BD109EB-F0DC-4393-A5BB-9ADC730DDC41}"/>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0F3A8F79-6D7E-4492-B3A1-6F2DAF062FED}"/>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40f6d10cd0cf4a8f"/>
          </a:graphicData>
        </a:graphic>
      </p:graphicFrame>
      <p:sp>
        <p:nvSpPr>
          <p:cNvPr id="6" name="451.5">
            <a:extLst xmlns:a="http://schemas.openxmlformats.org/drawingml/2006/main">
              <a:ext uri="{FF2B5EF4-FFF2-40B4-BE49-F238E27FC236}">
                <a16:creationId xmlns:a16="http://schemas.microsoft.com/office/drawing/2014/main" id="{47167918-36A8-4519-87C3-CC93274A9A6B}"/>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1349EC7E-4C91-4F38-9498-CB9E91C3F843}"/>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DFDD7B8A-893E-4CFD-BBAB-9F8DAD04E374}"/>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309A5116-3ED2-4150-A731-9A89881C316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E7893A03-A376-4ACB-9B1E-6EE9293956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8285289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ED9282C8-F03A-4AFF-B3C1-B43ABE7C435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3A571E3F-EC68-4A3C-BD9E-13CDFBAB6D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C194526A-F1A3-4B19-8739-D01591D7FDE4}"/>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0343193C-48A7-475A-B2A9-BE39CB6DE82D}"/>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04f83510cb5d41da"/>
          </a:graphicData>
        </a:graphic>
      </p:graphicFrame>
      <p:sp>
        <p:nvSpPr>
          <p:cNvPr id="6" name="At K = 200: a small gap of +0.0088 in pooled NDC">
            <a:extLst xmlns:a="http://schemas.openxmlformats.org/drawingml/2006/main">
              <a:ext uri="{FF2B5EF4-FFF2-40B4-BE49-F238E27FC236}">
                <a16:creationId xmlns:a16="http://schemas.microsoft.com/office/drawing/2014/main" id="{93C45770-73E0-4088-AA4F-EDE388A9CC8F}"/>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4CBCDD3F-9D46-4F05-A09F-FC90FDF359EE}"/>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15557717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02639DC1-84D6-40F3-9318-6A403BCCCB9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0E0D1B86-690F-49E5-9EAD-566878DD6DF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2998AB76-6A9A-4EC6-9204-ED1BE437EB29}"/>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A3E09525-91DF-4998-A52F-4CBE89F13750}"/>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ffc07bd249f04265"/>
          </a:graphicData>
        </a:graphic>
      </p:graphicFrame>
      <p:sp>
        <p:nvSpPr>
          <p:cNvPr id="6" name="14.4%">
            <a:extLst xmlns:a="http://schemas.openxmlformats.org/drawingml/2006/main">
              <a:ext uri="{FF2B5EF4-FFF2-40B4-BE49-F238E27FC236}">
                <a16:creationId xmlns:a16="http://schemas.microsoft.com/office/drawing/2014/main" id="{5308677D-0638-4F8F-81D4-D32D3D9ACAA9}"/>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F30B97C4-0AC2-48BB-AC3F-5E436E5D54EC}"/>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D32E4F49-5798-4592-A40E-6698173B9F73}"/>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FF1CEC31-66EF-467B-A8FF-F25B3C138A2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98289CFE-3247-4910-A5CD-CEA02E1FFF1C}"/>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0491A869-23ED-4DEC-98F0-41D21DB9AA4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4247099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F2AF425E-44BC-4196-83BD-453B486B38C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5D7CC869-AEE9-4DA5-A559-4F8ABF29D7E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ystem comparisons after query exclusions">
            <a:extLst xmlns:a="http://schemas.openxmlformats.org/drawingml/2006/main">
              <a:ext uri="{FF2B5EF4-FFF2-40B4-BE49-F238E27FC236}">
                <a16:creationId xmlns:a16="http://schemas.microsoft.com/office/drawing/2014/main" id="{C8AF3105-9B5D-4D7F-8539-7759EA22EC34}"/>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System comparisons after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C2C4FE2-2B4A-4BF2-B1CF-A19A9DC08A85}"/>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7A6B5925-F945-463B-863E-5DBAC52AD581}"/>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1991260A-920B-47D4-9113-CD6C2DCD8CE4}"/>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0EF2DB58-A18A-40CB-9C27-8933380FC94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1023684337"/>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6F2F5F94-5E1B-46E3-BA06-D8B590904DC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9CF9922D-81BA-4B66-8651-A9079D4C22C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C7942DE9-9152-4986-B372-6E01B9C39934}"/>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9F03A2FE-C599-4B2F-8E09-624444C84149}"/>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46881275-0F29-4C39-B8DB-C0BEBC7A59D7}"/>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B9481F4B-52E9-422E-BD3E-03D469F9F8FF}"/>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80953B8A-CBE6-4790-879A-AC4D1417F89B}"/>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D357FFF2-E540-4F93-B5EE-2F3B4EE1A9D3}"/>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BD06491F-0765-4C48-BCEF-7B66DD40452B}"/>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compare stronger judges with and without a">
            <a:extLst xmlns:a="http://schemas.openxmlformats.org/drawingml/2006/main">
              <a:ext uri="{FF2B5EF4-FFF2-40B4-BE49-F238E27FC236}">
                <a16:creationId xmlns:a16="http://schemas.microsoft.com/office/drawing/2014/main" id="{B478C28C-199A-44EB-BBA2-629A7CC134BD}"/>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compare stronger judges with and without a reference passage.</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Validate predictions 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6D189461-5E63-451F-9153-463D49C062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21348927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07B613D6-ED28-4428-B55D-F0E8144AF2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A4B7F3A9-FA2D-43F4-81CB-8D9D7C549E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5880C05F-7B02-4E48-B089-750F3E6CDAAA}"/>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64D08E29-A1AB-4366-B165-C87B912704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004236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DF6C40D-150B-426A-8920-BDF247E7225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FDF8B51A-C49D-4DEE-ADA6-E1654944B1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0EE967C-EB01-43D7-8ED7-CB2EE3725896}"/>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528216C3-E97D-40D0-809A-A41B383F3BB9}"/>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FBB7DD28-ABB7-4972-9351-315A258B4C68}"/>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151CC5E0-70CA-4AFC-9ACB-CB019350A6D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5EDA4B54-3AEE-4AC1-84CF-775C42DEEA9D}"/>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72F50E17-8DAC-4228-9B05-ED088BEA09EB}"/>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55D7B064-DAF9-4E12-A23A-5A5B338559AD}"/>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C101F58E-86B4-4E3F-821E-0395B1EA062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19BE43E8-8301-4C3B-9B75-10AFBDFB649B}"/>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110F5EA7-8A26-4269-8FAC-2DB304EA44A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7678657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22CFAA0C-7121-49E2-B552-F4C164E7444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38D05105-FEF2-4C34-A7C4-B4CBBA9CD6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D0B5FC84-BB34-4C22-AC15-192CB6019D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6517813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1D43DE81-8110-42F3-8583-01BEBB73327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420846FC-7CB1-4E50-8980-716D237223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2B25F3D8-78B1-486D-8760-F7D14B6D9FC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CE3B63F2-7468-4BAB-9431-CCAC8C3D7CFC}"/>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2612B339-0C00-418C-955F-19BD60C50ADC}"/>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14394083-70F7-4D47-8FF1-1C66F06057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215778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A58864F3-400B-4BE8-9607-CD13D3DB17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B1579FD0-AE91-4721-BC98-2B320D5A5EC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32FBF622-7C7E-461A-9A5B-4B8EE03A9388}"/>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30F6CDAF-76DB-4DAB-B649-D4D12F528A0C}"/>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43AED53-3067-40CF-B3E8-C4EEF107099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674D0DA9-B79F-4302-ABB2-6561EF7E14EB}"/>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7D4E448B-5241-4F67-966D-03FE88765D5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660498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