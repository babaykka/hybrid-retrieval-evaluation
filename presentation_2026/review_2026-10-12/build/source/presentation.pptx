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r="http://schemas.openxmlformats.org/officeDocument/2006/relationships" id="256" r:id="R1b78786234bc4c34"/>
    <p:sldId xmlns:r="http://schemas.openxmlformats.org/officeDocument/2006/relationships" id="257" r:id="R308caa75f4974794"/>
    <p:sldId xmlns:r="http://schemas.openxmlformats.org/officeDocument/2006/relationships" id="258" r:id="Rc2e16312072346fc"/>
    <p:sldId xmlns:r="http://schemas.openxmlformats.org/officeDocument/2006/relationships" id="259" r:id="Rbc07fb6187dc441f"/>
    <p:sldId xmlns:r="http://schemas.openxmlformats.org/officeDocument/2006/relationships" id="260" r:id="R49d790a9626c4166"/>
    <p:sldId xmlns:r="http://schemas.openxmlformats.org/officeDocument/2006/relationships" id="261" r:id="R9bebf51513b54225"/>
    <p:sldId xmlns:r="http://schemas.openxmlformats.org/officeDocument/2006/relationships" id="262" r:id="Reade4cf27cdf471e"/>
    <p:sldId xmlns:r="http://schemas.openxmlformats.org/officeDocument/2006/relationships" id="263" r:id="Ra91d658d1c494a24"/>
    <p:sldId xmlns:r="http://schemas.openxmlformats.org/officeDocument/2006/relationships" id="264" r:id="Rae29bbe8b5c74d30"/>
    <p:sldId xmlns:r="http://schemas.openxmlformats.org/officeDocument/2006/relationships" id="265" r:id="Rc945c2d106ca4687"/>
    <p:sldId xmlns:r="http://schemas.openxmlformats.org/officeDocument/2006/relationships" id="266" r:id="R1a7923ae1afc4511"/>
    <p:sldId xmlns:r="http://schemas.openxmlformats.org/officeDocument/2006/relationships" id="267" r:id="Re57df592b105476d"/>
    <p:sldId xmlns:r="http://schemas.openxmlformats.org/officeDocument/2006/relationships" id="268" r:id="R1fa05d50cb0c43a1"/>
    <p:sldId xmlns:r="http://schemas.openxmlformats.org/officeDocument/2006/relationships" id="269" r:id="R08ec46a784e14088"/>
    <p:sldId xmlns:r="http://schemas.openxmlformats.org/officeDocument/2006/relationships" id="270" r:id="R687a3932498c4456"/>
    <p:sldId xmlns:r="http://schemas.openxmlformats.org/officeDocument/2006/relationships" id="271" r:id="R76b154ba5e7e4d24"/>
    <p:sldId xmlns:r="http://schemas.openxmlformats.org/officeDocument/2006/relationships" id="272" r:id="Rccd64b9c89fa4245"/>
    <p:sldId xmlns:r="http://schemas.openxmlformats.org/officeDocument/2006/relationships" id="273" r:id="R4d2c3a6ab9ed4645"/>
    <p:sldId xmlns:r="http://schemas.openxmlformats.org/officeDocument/2006/relationships" id="274" r:id="R47fdfe65a7c74b49"/>
    <p:sldId xmlns:r="http://schemas.openxmlformats.org/officeDocument/2006/relationships" id="275" r: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4640FAC2-87BA-4AD7-B645-16A1EA41B48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7D357777-C1CA-4A83-8B56-4898D8FC1F7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21C1F5CD-EC38-4876-831F-D93794B85700}"/>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D59D8BA0-4710-4A84-BBC7-98E9E68478B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808A2FD-39DB-4AA3-92FC-72968F9D8B37}"/>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9AE9F043-E6DA-477E-A2B3-AFB89910F26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2ABC94A7-49A8-40A8-9B70-E2DC1BD36F8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B084AB60-7A47-458D-BA52-8250AB6F99C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2A77084-79D3-4DBB-A5D4-9C964749A63D}"/>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7A4B9A5B-6509-409D-B337-9BD49AF6B51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9A03C7E3-D3D4-4FDA-A4AE-1FF41B69E13C}"/>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8D0A4B22-4F28-4B2B-B833-47EA02A875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297686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