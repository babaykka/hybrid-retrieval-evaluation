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углублённой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https://arxiv.org/abs/1611.09268</ns5:t>
            </ns5:r>
          </ns5:p>
          <ns6:p xmlns:ns6="http://schemas.openxmlformats.org/drawingml/2006/main">
            <ns6:r>
              <ns6:t>Natural Questions: https://aclanthology.org/Q19-1026/</ns6:t>
            </ns6:r>
          </ns6:p>
          <ns7:p xmlns:ns7="http://schemas.openxmlformats.org/drawingml/2006/main">
            <ns7:r>
              <ns7:t>BEIR: https://arxiv.org/abs/2104.08663</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Историческая таблица MS MARCO Passage Ranking, срез 30 ноября 2022 года. https://github.com/microsoft/MSMARCO-Passage-Ranking-Submissions/blob/abb44144f563e7972d5131f5d6acc2092877964c/leaderboard/leaderboard.csv</ns5:t>
            </ns5:r>
          </ns5:p>
          <ns6:p xmlns:ns6="http://schemas.openxmlformats.org/drawingml/2006/main">
            <ns6:r>
              <ns6: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углублённой доразметкой мы понимаем оценку нескольких кандидатов для каждого запроса внутри заданного пула. Речь идёт об охвате разметки, а не о глубине нейросети или полной разметке всего корпуса.</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Passage Ranking v1. https://ir-datasets.com/msmarco-passage.html#msmarco-passage/dev</ns5:t>
            </ns5:r>
          </ns5:p>
          <ns6:p xmlns:ns6="http://schemas.openxmlformats.org/drawingml/2006/main">
            <ns6:r>
              <ns6:t>Архив запросов: https://msmarco.z22.web.core.windows.net/msmarcoranking/queries.tar.gz</ns6:t>
            </ns6:r>
          </ns6:p>
          <ns7:p xmlns:ns7="http://schemas.openxmlformats.org/drawingml/2006/main">
            <ns7:r>
              <ns7:t>MS MARCO Passage Ranking dev/small. https://ir-datasets.com/msmarco-passage.html#msmarco-passage/dev/small</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BM25: https://doi.org/10.1561/1500000019</ns7:t>
            </ns7:r>
          </ns7:p>
          <ns8:p xmlns:ns8="http://schemas.openxmlformats.org/drawingml/2006/main">
            <ns8:r>
              <ns8:t>E5: https://arxiv.org/abs/2212.03533</ns8:t>
            </ns8:r>
          </ns8:p>
          <ns9:p xmlns:ns9="http://schemas.openxmlformats.org/drawingml/2006/main">
            <ns9:r>
              <ns9:t>Модель E5: https://huggingface.co/intfloat/e5-small-v2</ns9:t>
            </ns9:r>
          </ns9:p>
          <ns10:p xmlns:ns10="http://schemas.openxmlformats.org/drawingml/2006/main">
            <ns10:r>
              <ns10:t>Модель BGE: https://huggingface.co/BAAI/bge-small-en-v1.5</ns10:t>
            </ns10:r>
          </ns10:p>
          <ns11:p xmlns:ns11="http://schemas.openxmlformats.org/drawingml/2006/main">
            <ns11:r>
              <ns11:t>Cormack, Clarke, Büttcher. Reciprocal Rank Fusion outperforms Condorcet and individual Rank Learning Methods. SIGIR 2009. https://doi.org/10.1145/1571941.1572114</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выдаёт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ns1:t>
            </ns1:r>
          </ns1:p>
          <ns2:p xmlns:ns2="http://schemas.openxmlformats.org/drawingml/2006/main">
            <ns2:r>
              <ns2: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ns1:t>
            </ns1:r>
          </ns1:p>
          <ns2:p xmlns:ns2="http://schemas.openxmlformats.org/drawingml/2006/main">
            <ns2:r>
              <ns2: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ns2:t>
            </ns2:r>
          </ns2:p>
          <ns3:p xmlns:ns3="http://schemas.openxmlformats.org/drawingml/2006/main">
            <ns3:r>
              <ns3: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ns0:t>
            </ns0:r>
          </ns0:p>
          <ns1:p xmlns:ns1="http://schemas.openxmlformats.org/drawingml/2006/main">
            <ns1:r>
              <ns1: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ns1:t>
            </ns1:r>
          </ns1:p>
          <ns2:p xmlns:ns2="http://schemas.openxmlformats.org/drawingml/2006/main">
            <ns2:r>
              <ns2: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ns0:t>
            </ns0:r>
          </ns0:p>
          <ns1:p xmlns:ns1="http://schemas.openxmlformats.org/drawingml/2006/main">
            <ns1:r>
              <ns1: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ns1:t>
            </ns1:r>
          </ns1:p>
          <ns2:p xmlns:ns2="http://schemas.openxmlformats.org/drawingml/2006/main">
            <ns2:r>
              <ns2: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её оцениваем: ранее неоценённые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её относительно идеальной выдачи.</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даёт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всём корпусе.</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Полная dev-часть действительно включает ручные запросы, в том числе использованные для дообучения судьи. Поэтому все 101 093 запроса нельзя называть независимым тестом судьи. Мы отдельно исключили все 1 179 ручных запросов: осталось 99 914. Знаки различий RRF и E5 сохранились на проверенных глубинах. Это проверка устойчивости сравнения, а не замена независимой человеческой оценки глубоких пулов.</ns0:t>
            </ns0:r>
          </ns0:p>
          <ns1:p xmlns:ns1="http://schemas.openxmlformats.org/drawingml/2006/main">
            <ns1:r>
              <ns1:t>Эксперимент показывает, что неполные оценки и выбранный пул могут существенно влиять на измеряемое качество. Конкретные численные эффекты получены на англоязычных пулах MS MARCO. Их перенос на другие языки, предметные области и поисковые сервисы нужно проверять отдельно.</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её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Wang et al. MiniLM. 2020. https://arxiv.org/abs/2002.10957</ns6:t>
            </ns6:r>
          </ns6:p>
          <ns7:p xmlns:ns7="http://schemas.openxmlformats.org/drawingml/2006/main">
            <ns7:r>
              <ns7:t>Исходная модель: https://huggingface.co/cross-encoder/ms-marco-MiniLM-L6-v2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к масштабному эксперименту. Число 101 093 имеет конкретное происхождение: столько запросов содержит полная dev-часть MS MARCO Passage Ranking, файл queries.dev.tsv. Набор идентификаторов в наших результатах полностью совпадает с этим файлом. Это количество запросов, а не ответов или пар.</ns0:t>
            </ns0:r>
          </ns0:p>
          <ns1:p xmlns:ns1="http://schemas.openxmlformats.org/drawingml/2006/main">
            <ns1:r>
              <ns1:t>Важно различать полную dev-часть из 101 093 запросов и её стандартную подвыборку dev/small из 6 980. Ручная разметка охватывает 1 179 запросов из dev/small. Для полной dev-части заранее получили поисковые выдачи, а теперь применяем обученного судью к найденным кандидатам. Сам судья не обучается на всех 101 тысяче запросов.</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MS MARCO Passage Ranking v1. https://ir-datasets.com/msmarco-passage.html#msmarco-passage/dev</ns5:t>
            </ns5:r>
          </ns5:p>
          <ns6:p xmlns:ns6="http://schemas.openxmlformats.org/drawingml/2006/main">
            <ns6:r>
              <ns6:t>Архив запросов: https://msmarco.z22.web.core.windows.net/msmarcoranking/queries.tar.gz</ns6:t>
            </ns6:r>
          </ns6:p>
          <ns7:p xmlns:ns7="http://schemas.openxmlformats.org/drawingml/2006/main">
            <ns7:r>
              <ns7:t>MS MARCO Passage Ranking dev/small. https://ir-datasets.com/msmarco-passage.html#msmarco-passage/dev/small</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берём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Каждый источник добавляет документу величину один, делённый на шестьдесят плюс его место в списке. Складываем эти величины для BM25, E5 и BGE и сортируем документы по сумме. У источников одинаковый вес. Если документа нет в используемом списке, вклад этого источника равен нулю.</ns1:t>
            </ns1:r>
          </ns1:p>
          <ns2:p xmlns:ns2="http://schemas.openxmlformats.org/drawingml/2006/main">
            <ns2:r>
              <ns2:t>Поэтому RRF объединяет позиции, а не усредняет исходные баллы трёх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2:t>
            </ns2:r>
          </ns2:p>
          <ns3:p xmlns:ns3="http://schemas.openxmlformats.org/drawingml/2006/main">
            <ns3:r>
              <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ns7:p xmlns:ns7="http://schemas.openxmlformats.org/drawingml/2006/main">
            <ns7:r>
              <ns7:t>BM25: https://doi.org/10.1561/1500000019</ns7:t>
            </ns7:r>
          </ns7:p>
          <ns8:p xmlns:ns8="http://schemas.openxmlformats.org/drawingml/2006/main">
            <ns8:r>
              <ns8:t>E5: https://arxiv.org/abs/2212.03533</ns8:t>
            </ns8:r>
          </ns8:p>
          <ns9:p xmlns:ns9="http://schemas.openxmlformats.org/drawingml/2006/main">
            <ns9:r>
              <ns9:t>Модель E5: https://huggingface.co/intfloat/e5-small-v2</ns9:t>
            </ns9:r>
          </ns9:p>
          <ns10:p xmlns:ns10="http://schemas.openxmlformats.org/drawingml/2006/main">
            <ns10:r>
              <ns10:t>Модель BGE: https://huggingface.co/BAAI/bge-small-en-v1.5</ns10:t>
            </ns10:r>
          </ns10:p>
          <ns11:p xmlns:ns11="http://schemas.openxmlformats.org/drawingml/2006/main">
            <ns11:r>
              <ns11:t>Wang et al. MiniLM. 2020. https://arxiv.org/abs/2002.10957</ns11:t>
            </ns11:r>
          </ns11:p>
          <ns12:p xmlns:ns12="http://schemas.openxmlformats.org/drawingml/2006/main">
            <ns12:r>
              <ns12:t>Исходная модель: https://huggingface.co/cross-encoder/ms-marco-MiniLM-L6-v2</ns12:t>
            </ns12:r>
          </ns12:p>
          <ns13:p xmlns:ns13="http://schemas.openxmlformats.org/drawingml/2006/main">
            <ns13:r>
              <ns13:t>Cormack, Clarke, Büttcher. Reciprocal Rank Fusion outperforms Condorcet and individual Rank Learning Methods. SIGIR 2009. https://doi.org/10.1145/1571941.1572114</ns13:t>
            </ns13:r>
          </ns13:p>
          <ns14:p xmlns:ns14="http://schemas.openxmlformats.org/drawingml/2006/main">
            <ns14:r>
              <ns14:t>MS MARCO Passage Ranking v1. https://ir-datasets.com/msmarco-passage.html#msmarco-passage/dev</ns14:t>
            </ns14:r>
          </ns14:p>
          <ns15:p xmlns:ns15="http://schemas.openxmlformats.org/drawingml/2006/main">
            <ns15:r>
              <ns15:t>Архив запросов: https://msmarco.z22.web.core.windows.net/msmarcoranking/queries.tar.gz</ns15:t>
            </ns15:r>
          </ns1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Спасибо за внимание! Буду рад вашим вопросам.</ns0:t>
            </ns0:r>
          </ns0:p>
          <ns1:p xmlns:ns1="http://schemas.openxmlformats.org/drawingml/2006/main">
            <ns1:r>
              <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Это полный набор запросов dev в MS MARCO Passage Ranking v1, файл queries.dev.tsv. Совпадает не только количество: множество идентификаторов в результатах эксперимента полностью совпадает с официальным файлом. Поэтому говорить об отборе 101 тысячи из 140 тысяч оснований нет. Число около 140 тысяч к этой части данных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её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объём подготовленной ручной подвыборки, на которой выполнен эксперимент. Её принадлежность dev/small проверена по идентификаторам. Мы не рассматриваем её как случайную или репрезентативную выборку из всего MS MARCO. Выводы ручного эксперимента относятся к этой подвыборке и её кандидатным пулам.</ns3:t>
            </ns3:r>
          </ns3:p>
          <ns4:p xmlns:ns4="http://schemas.openxmlformats.org/drawingml/2006/main">
            <ns4:r>
              <ns4:t>Для E5 и BGE сохранены выдачи для всех 101 093 запросов. У BM25 отсутствуют списки для трёх запросов, а некоторые списки короче заданной глубины. Пулы строятся из доступных результатов. Для отсутствующего документа вклад соответствующего источника в RRF равен нулю. Число 101 093 описывает весь набор запросов, а не гарантию трёх полных списков у каждого.</ns4:t>
            </ns4:r>
          </ns4:p>
          <ns5:p xmlns:ns5="http://schemas.openxmlformats.org/drawingml/2006/main">
            <ns5:r>
              <ns5:t/>
            </ns5:r>
          </ns5:p>
          <ns6:p xmlns:ns6="http://schemas.openxmlformats.org/drawingml/2006/main">
            <ns6:r>
              <ns6:t>Источники</ns6:t>
            </ns6:r>
          </ns6:p>
          <ns7:p xmlns:ns7="http://schemas.openxmlformats.org/drawingml/2006/main">
            <ns7:r>
              <ns7:t>, G. , N. . Deep Re-annotation and Controlled Candidate Pools for Re-evaluating Ranking Models on MS MARCO. DAMDID 2026. Результаты экспериментов в контролируемых пулах.</ns7:t>
            </ns7:r>
          </ns7:p>
          <ns8:p xmlns:ns8="http://schemas.openxmlformats.org/drawingml/2006/main">
            <ns8:r>
              <ns8:t>MS MARCO Passage Ranking v1. https://ir-datasets.com/msmarco-passage.html#msmarco-passage/dev</ns8:t>
            </ns8:r>
          </ns8:p>
          <ns9:p xmlns:ns9="http://schemas.openxmlformats.org/drawingml/2006/main">
            <ns9:r>
              <ns9:t>Архив запросов: https://msmarco.z22.web.core.windows.net/msmarcoranking/queries.tar.gz</ns9:t>
            </ns9:r>
          </ns9:p>
          <ns10:p xmlns:ns10="http://schemas.openxmlformats.org/drawingml/2006/main">
            <ns10:r>
              <ns10:t>MS MARCO Passage Ranking dev/small. https://ir-datasets.com/msmarco-passage.html#msmarco-passage/dev/small</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a:p xmlns:a="http://schemas.openxmlformats.org/drawingml/2006/main">
            <a:pPr algn="l">
              <a:defRPr sz="2625" b="1">
                <a:solidFill>
                  <a:srgbClr val="182B30"/>
                </a:solidFill>
                <a:latin typeface="Arial"/>
                <a:ea typeface="Arial"/>
                <a:cs typeface="Arial"/>
              </a:defRPr>
            </a:pPr>
            <a:r>
              <a:rPr sz="2625" b="1">
                <a:solidFill>
                  <a:srgbClr val="182B30"/>
                </a:solidFill>
                <a:latin typeface="Arial"/>
                <a:ea typeface="Arial"/>
                <a:cs typeface="Arial"/>
              </a:rPr>
              <a:t>запроса в queries.dev.tsv</a:t>
            </a:r>
          </a: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
        <p:nvSpPr>
          <p:cNvPr id="8" name="101 093 запроса в эксперименте совпадают с полной dev-частью по иденти">
            <a:extLst xmlns:a="http://schemas.openxmlformats.org/drawingml/2006/main">
              <a:ext uri="{FF2B5EF4-FFF2-40B4-BE49-F238E27FC236}">
                <a16:creationId xmlns:a16="http://schemas.microsoft.com/office/drawing/2014/main" id="{9F975805-5422-4909-8A78-974A095BC933}"/>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 эксперименте совпадают с полной dev-частью по идентификаторам.</a:t>
            </a:r>
          </a: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Равный вес трёх источников. Исходные баллы моделей не суммируются.</a:t>
            </a:r>
          </a: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