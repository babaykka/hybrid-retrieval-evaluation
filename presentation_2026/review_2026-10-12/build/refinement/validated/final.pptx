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Серые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доверительный интервал показан под графиком.</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NDCG: RRF минус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Интервалы получены парным бутстрэпом по запросам. Они рассчитаны для фиксированной модели-судьи и не учитывают неопределенность ее обучения и ошибки разметки. Кроме того, здесь одновременно меняются и охват, и входные списки для слияния. Чтобы яснее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Разность RRF минус E5 составляет примерно минус 0,066 при K, равном десяти, и плюс 0,008 при K, равном тридцати.</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 Проверку качества записей в ручной разметке я вынес в резервный слайд.</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Подведу итог. Более полная ручная разметка существенно меняет оценку уже полученных результатов поиска. В наших ручных пулах NDCG системы E5 увеличивается с 0,488 до 0,879 при совершенно неизменном ранжировании.</ns0:t>
            </ns0:r>
          </ns0:p>
          <ns1:p xmlns:ns1="http://schemas.openxmlformats.org/drawingml/2006/main">
            <ns1:r>
              <ns1:t>Масштабный эксперимент показывает, что охват разметки способен даже поменять местами RRF и E5 в сравнении качества при фиксированной выдаче обеих систем. Этот результат получен с одной моделью-судьей и зависит от ее оценок.</ns1:t>
            </ns1:r>
          </ns1:p>
          <ns2:p xmlns:ns2="http://schemas.openxmlformats.org/drawingml/2006/main">
            <ns2:r>
              <ns2:t>Поэтому вместе с метрикой качества поиска нужно указывать пул разметки, источник меток и настройки слияния. Направления дальнейшего исследования: сравнить более сильных судей, проверить пользу известного релевантного ответа на входе и оценить результаты по независимой человеческой разметке. Результатов этих новых экспериментов пока нет.</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95%-ный ДИ [0,365; 0,417]</a:t>
            </a:r>
          </a: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
        <p:nvSpPr>
          <p:cNvPr id="12" name="Псевдометки остаются предсказаниями модели.">
            <a:extLst xmlns:a="http://schemas.openxmlformats.org/drawingml/2006/main">
              <a:ext uri="{FF2B5EF4-FFF2-40B4-BE49-F238E27FC236}">
                <a16:creationId xmlns:a16="http://schemas.microsoft.com/office/drawing/2014/main" id="{E5EEFA26-A836-4D17-B606-DFD02F50011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остаются предсказаниями модели.</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95%-ный парный ДИ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Бутстрэп по запросам не учитывает неопределённость судьи.</a:t>
            </a:r>
          </a: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Нет оценки в пуле: нулевой вклад в метрику, но не доказанная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Псевдометки судьи во всех расчетах</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оценку поиска</a:t>
            </a:r>
          </a: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Оценки человека</a:t>
            </a:r>
          </a: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Фиксированные выдачи, один судья</a:t>
            </a:r>
          </a: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Расширение пула может изменить порядок RRF и E5</a:t>
            </a:r>
          </a: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950" b="0">
                <ns0:solidFill>
                  <ns0:srgbClr val="C9DDDA"/>
                </ns0:solidFill>
                <ns0:latin typeface="Arial"/>
                <ns0:ea typeface="Arial"/>
                <ns0:cs typeface="Arial"/>
              </ns0:defRPr>
            </ns0:pPr>
            <ns0:r>
              <ns0:rPr sz="1950" b="0">
                <ns0:solidFill>
                  <ns0:srgbClr val="C9DDDA"/>
                </ns0:solidFill>
                <ns0:latin typeface="Arial"/>
                <ns0:ea typeface="Arial"/>
                <ns0:cs typeface="Arial"/>
              </ns0:rPr>
              <ns0:t>Направления дальнейшего исследования</ns0:t>
            </ns0:r>
          </ns0:p>
          <ns1:p xmlns:ns1="http://schemas.openxmlformats.org/drawingml/2006/main">
            <ns1:pPr algn="l">
              <ns1:defRPr sz="1950" b="0">
                <ns1:solidFill>
                  <ns1:srgbClr val="C9DDDA"/>
                </ns1:solidFill>
                <ns1:latin typeface="Arial"/>
                <ns1:ea typeface="Arial"/>
                <ns1:cs typeface="Arial"/>
              </ns1:defRPr>
            </ns1:pPr>
            <ns1:r>
              <ns1:rPr sz="1950" b="0">
                <ns1:solidFill>
                  <ns1:srgbClr val="C9DDDA"/>
                </ns1:solidFill>
                <ns1:latin typeface="Arial"/>
                <ns1:ea typeface="Arial"/>
                <ns1:cs typeface="Arial"/>
              </ns1:rPr>
              <ns1:t>Более сильные судьи, эталонный ответ, независимая ручная проверка.</ns1:t>
            </ns1:r>
          </ns1: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
        <p:nvSpPr>
          <p:cNvPr id="8" name="101 093 запроса в эксперименте совпадают с полной dev-частью по иденти">
            <a:extLst xmlns:a="http://schemas.openxmlformats.org/drawingml/2006/main">
              <a:ext uri="{FF2B5EF4-FFF2-40B4-BE49-F238E27FC236}">
                <a16:creationId xmlns:a16="http://schemas.microsoft.com/office/drawing/2014/main" id="{9F975805-5422-4909-8A78-974A095BC933}"/>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ns1:p xmlns:ns1="http://schemas.openxmlformats.org/drawingml/2006/main">
            <ns1:pPr algn="l">
              <ns1:defRPr sz="1575" b="0">
                <ns1:solidFill>
                  <ns1:srgbClr val="526970"/>
                </ns1:solidFill>
                <ns1:latin typeface="Arial"/>
                <ns1:ea typeface="Arial"/>
                <ns1:cs typeface="Arial"/>
              </ns1:defRPr>
            </ns1:pPr>
            <ns1:r>
              <ns1:rPr sz="1575" b="0">
                <ns1:solidFill>
                  <ns1:srgbClr val="526970"/>
                </ns1:solidFill>
                <ns1:latin typeface="Arial"/>
                <ns1:ea typeface="Arial"/>
                <ns1:cs typeface="Arial"/>
              </ns1:rPr>
              <ns1:t>Судья оценивает всю dev-часть; дообучение проходило на ручной подвыборке.</ns1:t>
            </ns1:r>
          </ns1: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