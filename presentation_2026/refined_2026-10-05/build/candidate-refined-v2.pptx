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20aa80440c254cbb"/><Relationship Type="http://schemas.openxmlformats.org/officeDocument/2006/relationships/extended-properties" Target="/docProps/app.xml" Id="R23780ae4659f40c2"/><Relationship Type="http://schemas.openxmlformats.org/officeDocument/2006/relationships/officeDocument" Target="/ppt/presentation.xml" Id="Rd08e695f0f7b4216"/></Relationships>
</file>

<file path=ppt/presentation.xml><?xml version="1.0" encoding="utf-8"?>
<p:presentation xmlns:p="http://schemas.openxmlformats.org/presentationml/2006/main">
  <p:sldMasterIdLst>
    <p:sldMasterId xmlns:r="http://schemas.openxmlformats.org/officeDocument/2006/relationships" id="2147483648" r:id="R8a337fb735ef40e9"/>
  </p:sldMasterIdLst>
  <p:notesMasterIdLst>
    <p:notesMasterId xmlns:r="http://schemas.openxmlformats.org/officeDocument/2006/relationships" r:id="R207f49773cb34e66"/>
  </p:notesMasterIdLst>
  <p:sldIdLst>
    <p:sldId xmlns:r="http://schemas.openxmlformats.org/officeDocument/2006/relationships" id="256" r:id="R7b3473c5f070477e"/>
    <p:sldId xmlns:r="http://schemas.openxmlformats.org/officeDocument/2006/relationships" id="257" r:id="Rfb58acc115ae47e0"/>
    <p:sldId xmlns:r="http://schemas.openxmlformats.org/officeDocument/2006/relationships" id="258" r:id="Rbb946c9babf84eb7"/>
    <p:sldId xmlns:r="http://schemas.openxmlformats.org/officeDocument/2006/relationships" id="259" r:id="Rf34a2e26a4754bae"/>
    <p:sldId xmlns:r="http://schemas.openxmlformats.org/officeDocument/2006/relationships" id="260" r:id="R5e6d9f687acd4216"/>
    <p:sldId xmlns:r="http://schemas.openxmlformats.org/officeDocument/2006/relationships" id="261" r:id="Re14d41a595964f06"/>
    <p:sldId xmlns:r="http://schemas.openxmlformats.org/officeDocument/2006/relationships" id="262" r:id="Rb400d7369e1140af"/>
    <p:sldId xmlns:r="http://schemas.openxmlformats.org/officeDocument/2006/relationships" id="263" r:id="Rfbe21a2e0d734838"/>
    <p:sldId xmlns:r="http://schemas.openxmlformats.org/officeDocument/2006/relationships" id="264" r:id="Rf4280c7d43df4e02"/>
    <p:sldId xmlns:r="http://schemas.openxmlformats.org/officeDocument/2006/relationships" id="265" r:id="R00e25b7d7d6048de"/>
    <p:sldId xmlns:r="http://schemas.openxmlformats.org/officeDocument/2006/relationships" id="266" r:id="Raa6ce69534e24c3e"/>
    <p:sldId xmlns:r="http://schemas.openxmlformats.org/officeDocument/2006/relationships" id="267" r:id="Rd68530560f964698"/>
    <p:sldId xmlns:r="http://schemas.openxmlformats.org/officeDocument/2006/relationships" id="268" r:id="R30c3ccdf98bf42c1"/>
    <p:sldId xmlns:r="http://schemas.openxmlformats.org/officeDocument/2006/relationships" id="269" r:id="R7b4c0cf9b0044187"/>
    <p:sldId xmlns:r="http://schemas.openxmlformats.org/officeDocument/2006/relationships" id="270" r:id="R74697f6b13f74e7d"/>
    <p:sldId xmlns:r="http://schemas.openxmlformats.org/officeDocument/2006/relationships" id="271" r:id="Rca4b540b169e41bc"/>
    <p:sldId xmlns:r="http://schemas.openxmlformats.org/officeDocument/2006/relationships" id="272" r:id="R753c180f2532495c"/>
    <p:sldId xmlns:r="http://schemas.openxmlformats.org/officeDocument/2006/relationships" id="273" r:id="Rd4663c2fe1214245"/>
    <p:sldId xmlns:r="http://schemas.openxmlformats.org/officeDocument/2006/relationships" id="274" r:id="R47704c5f98054699"/>
    <p:sldId xmlns:r="http://schemas.openxmlformats.org/officeDocument/2006/relationships" id="275" r:id="R205b647599d440d6"/>
    <p:sldId xmlns:r="http://schemas.openxmlformats.org/officeDocument/2006/relationships" id="276" r:id="R96549e23c9404a63"/>
    <p:sldId xmlns:r="http://schemas.openxmlformats.org/officeDocument/2006/relationships" id="277" r:id="Rfce7d0ce5c34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a4fdd5287c3471b"/><Relationship Type="http://schemas.openxmlformats.org/officeDocument/2006/relationships/slideMaster" Target="/ppt/slideMasters/slideMaster1.xml" Id="R8a337fb735ef40e9"/><Relationship Type="http://schemas.openxmlformats.org/officeDocument/2006/relationships/notesMaster" Target="/ppt/notesMasters/notesMaster1.xml" Id="R207f49773cb34e66"/><Relationship Type="http://schemas.openxmlformats.org/officeDocument/2006/relationships/presProps" Target="/ppt/presProps.xml" Id="R814b5b6f6e67499f"/><Relationship Type="http://schemas.openxmlformats.org/officeDocument/2006/relationships/tableStyles" Target="/ppt/tableStyles.xml" Id="Re0df15abcd89418e"/><Relationship Type="http://schemas.openxmlformats.org/officeDocument/2006/relationships/slide" Target="/ppt/slides/slide1.xml" Id="R7b3473c5f070477e"/><Relationship Type="http://schemas.openxmlformats.org/officeDocument/2006/relationships/slide" Target="/ppt/slides/slide2.xml" Id="Rfb58acc115ae47e0"/><Relationship Type="http://schemas.openxmlformats.org/officeDocument/2006/relationships/slide" Target="/ppt/slides/slide3.xml" Id="Rbb946c9babf84eb7"/><Relationship Type="http://schemas.openxmlformats.org/officeDocument/2006/relationships/slide" Target="/ppt/slides/slide4.xml" Id="Rf34a2e26a4754bae"/><Relationship Type="http://schemas.openxmlformats.org/officeDocument/2006/relationships/slide" Target="/ppt/slides/slide5.xml" Id="R5e6d9f687acd4216"/><Relationship Type="http://schemas.openxmlformats.org/officeDocument/2006/relationships/slide" Target="/ppt/slides/slide6.xml" Id="Re14d41a595964f06"/><Relationship Type="http://schemas.openxmlformats.org/officeDocument/2006/relationships/slide" Target="/ppt/slides/slide7.xml" Id="Rb400d7369e1140af"/><Relationship Type="http://schemas.openxmlformats.org/officeDocument/2006/relationships/slide" Target="/ppt/slides/slide8.xml" Id="Rfbe21a2e0d734838"/><Relationship Type="http://schemas.openxmlformats.org/officeDocument/2006/relationships/slide" Target="/ppt/slides/slide9.xml" Id="Rf4280c7d43df4e02"/><Relationship Type="http://schemas.openxmlformats.org/officeDocument/2006/relationships/slide" Target="/ppt/slides/slide10.xml" Id="R00e25b7d7d6048de"/><Relationship Type="http://schemas.openxmlformats.org/officeDocument/2006/relationships/slide" Target="/ppt/slides/slide11.xml" Id="Raa6ce69534e24c3e"/><Relationship Type="http://schemas.openxmlformats.org/officeDocument/2006/relationships/slide" Target="/ppt/slides/slide12.xml" Id="Rd68530560f964698"/><Relationship Type="http://schemas.openxmlformats.org/officeDocument/2006/relationships/slide" Target="/ppt/slides/slide13.xml" Id="R30c3ccdf98bf42c1"/><Relationship Type="http://schemas.openxmlformats.org/officeDocument/2006/relationships/slide" Target="/ppt/slides/slide14.xml" Id="R7b4c0cf9b0044187"/><Relationship Type="http://schemas.openxmlformats.org/officeDocument/2006/relationships/slide" Target="/ppt/slides/slide15.xml" Id="R74697f6b13f74e7d"/><Relationship Type="http://schemas.openxmlformats.org/officeDocument/2006/relationships/slide" Target="/ppt/slides/slide16.xml" Id="Rca4b540b169e41bc"/><Relationship Type="http://schemas.openxmlformats.org/officeDocument/2006/relationships/slide" Target="/ppt/slides/slide17.xml" Id="R753c180f2532495c"/><Relationship Type="http://schemas.openxmlformats.org/officeDocument/2006/relationships/slide" Target="/ppt/slides/slide18.xml" Id="Rd4663c2fe1214245"/><Relationship Type="http://schemas.openxmlformats.org/officeDocument/2006/relationships/slide" Target="/ppt/slides/slide19.xml" Id="R47704c5f98054699"/><Relationship Type="http://schemas.openxmlformats.org/officeDocument/2006/relationships/slide" Target="/ppt/slides/slide20.xml" Id="R205b647599d440d6"/><Relationship Type="http://schemas.openxmlformats.org/officeDocument/2006/relationships/slide" Target="/ppt/slides/slide21.xml" Id="R96549e23c9404a63"/><Relationship Type="http://schemas.openxmlformats.org/officeDocument/2006/relationships/slide" Target="/ppt/slides/slide22.xml" Id="Rfce7d0ce5c34488d"/></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fe5b1349e82414b"/></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b71d7020df0410b"/><Relationship Type="http://schemas.openxmlformats.org/officeDocument/2006/relationships/notesMaster" Target="/ppt/notesMasters/notesMaster1.xml" Id="R95f95d2f4341415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500e5fc6bdc947bf"/><Relationship Type="http://schemas.openxmlformats.org/officeDocument/2006/relationships/notesMaster" Target="/ppt/notesMasters/notesMaster1.xml" Id="Rba1f071185744e5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0906efc08884c84"/><Relationship Type="http://schemas.openxmlformats.org/officeDocument/2006/relationships/notesMaster" Target="/ppt/notesMasters/notesMaster1.xml" Id="R21e7afb181e4452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174ae7425aa4c4b"/><Relationship Type="http://schemas.openxmlformats.org/officeDocument/2006/relationships/notesMaster" Target="/ppt/notesMasters/notesMaster1.xml" Id="Rf17bf8d6c9a9434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69152b46ebab4675"/><Relationship Type="http://schemas.openxmlformats.org/officeDocument/2006/relationships/notesMaster" Target="/ppt/notesMasters/notesMaster1.xml" Id="R43bd0f61b6914a1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bbffda340be4fc1"/><Relationship Type="http://schemas.openxmlformats.org/officeDocument/2006/relationships/notesMaster" Target="/ppt/notesMasters/notesMaster1.xml" Id="R402422ae088c4ce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a15ef75cb8fd4110"/><Relationship Type="http://schemas.openxmlformats.org/officeDocument/2006/relationships/notesMaster" Target="/ppt/notesMasters/notesMaster1.xml" Id="R4efa36f692344b2d"/></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cc3fbdaa9b046f4"/><Relationship Type="http://schemas.openxmlformats.org/officeDocument/2006/relationships/notesMaster" Target="/ppt/notesMasters/notesMaster1.xml" Id="Ree08d03daed4472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50cad00aba44455"/><Relationship Type="http://schemas.openxmlformats.org/officeDocument/2006/relationships/notesMaster" Target="/ppt/notesMasters/notesMaster1.xml" Id="R1fce56fbedbb49d0"/></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785bb8cea9147ce"/><Relationship Type="http://schemas.openxmlformats.org/officeDocument/2006/relationships/notesMaster" Target="/ppt/notesMasters/notesMaster1.xml" Id="Rf25f1a5e063d4bd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d275eccb5384a4d"/><Relationship Type="http://schemas.openxmlformats.org/officeDocument/2006/relationships/notesMaster" Target="/ppt/notesMasters/notesMaster1.xml" Id="Rf17e5bd35b894c1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66916d1648941df"/><Relationship Type="http://schemas.openxmlformats.org/officeDocument/2006/relationships/notesMaster" Target="/ppt/notesMasters/notesMaster1.xml" Id="Rd738952fd4a344f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a1eced49adc54832"/><Relationship Type="http://schemas.openxmlformats.org/officeDocument/2006/relationships/notesMaster" Target="/ppt/notesMasters/notesMaster1.xml" Id="R6eae44041eb44ff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64c447027c214832"/><Relationship Type="http://schemas.openxmlformats.org/officeDocument/2006/relationships/notesMaster" Target="/ppt/notesMasters/notesMaster1.xml" Id="R5650fe3f769b47d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d05c64506d44862"/><Relationship Type="http://schemas.openxmlformats.org/officeDocument/2006/relationships/notesMaster" Target="/ppt/notesMasters/notesMaster1.xml" Id="R66c991821faf4ba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7fdb5c481914ea2"/><Relationship Type="http://schemas.openxmlformats.org/officeDocument/2006/relationships/notesMaster" Target="/ppt/notesMasters/notesMaster1.xml" Id="R0c9e9b1b5cb4472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5141fc002504d50"/><Relationship Type="http://schemas.openxmlformats.org/officeDocument/2006/relationships/notesMaster" Target="/ppt/notesMasters/notesMaster1.xml" Id="R9091214813434b0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6191e8fb059410a"/><Relationship Type="http://schemas.openxmlformats.org/officeDocument/2006/relationships/notesMaster" Target="/ppt/notesMasters/notesMaster1.xml" Id="R2673e9c22649485e"/></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c8a466c5b8f843b3"/><Relationship Type="http://schemas.openxmlformats.org/officeDocument/2006/relationships/notesMaster" Target="/ppt/notesMasters/notesMaster1.xml" Id="R93c63120fd4641f8"/></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5a5f909d16474de8"/><Relationship Type="http://schemas.openxmlformats.org/officeDocument/2006/relationships/notesMaster" Target="/ppt/notesMasters/notesMaster1.xml" Id="Rb43f971711a84d9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c23dcc313c694fe9"/><Relationship Type="http://schemas.openxmlformats.org/officeDocument/2006/relationships/notesMaster" Target="/ppt/notesMasters/notesMaster1.xml" Id="R294de595af3e4ca7"/></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bfa793f755a84d6e"/><Relationship Type="http://schemas.openxmlformats.org/officeDocument/2006/relationships/notesMaster" Target="/ppt/notesMasters/notesMaster1.xml" Id="Rdbcc69e14e7045e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13a5b13dfaf465c"/></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1dcf09ad85644f1"/><Relationship Type="http://schemas.openxmlformats.org/officeDocument/2006/relationships/slideLayout" Target="/ppt/slideLayouts/slideLayout1.xml" Id="R4c41a0364712442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41a036471244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c2c6a8864874aa0"/><Relationship Type="http://schemas.openxmlformats.org/officeDocument/2006/relationships/image" Target="/ppt/media/image.png" Id="Rfb2e024cacb547a3"/><Relationship Type="http://schemas.openxmlformats.org/officeDocument/2006/relationships/notesSlide" Target="/ppt/notesSlides/notesSlide1.xml" Id="R19889feea864427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0260159c6b3c4631"/><Relationship Type="http://schemas.openxmlformats.org/officeDocument/2006/relationships/notesSlide" Target="/ppt/notesSlides/notesSlide2.xml" Id="R373e67475989412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c864393a3bf4180"/><Relationship Type="http://schemas.openxmlformats.org/officeDocument/2006/relationships/chart" Target="/ppt/slides/charts/chart1.xml" Id="R1963d69bb41f4b7b"/><Relationship Type="http://schemas.openxmlformats.org/officeDocument/2006/relationships/notesSlide" Target="/ppt/notesSlides/notesSlide3.xml" Id="R390123e516c24abb"/></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7fc86c7fb8c4078"/><Relationship Type="http://schemas.openxmlformats.org/officeDocument/2006/relationships/notesSlide" Target="/ppt/notesSlides/notesSlide4.xml" Id="R178607dbb8b74b01"/></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a7f6c6946c84336"/><Relationship Type="http://schemas.openxmlformats.org/officeDocument/2006/relationships/notesSlide" Target="/ppt/notesSlides/notesSlide5.xml" Id="Rd18f9549db174ff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6e8b8ddb0674a9a"/><Relationship Type="http://schemas.openxmlformats.org/officeDocument/2006/relationships/notesSlide" Target="/ppt/notesSlides/notesSlide6.xml" Id="R9f266ee791b2486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617c0742a644b58"/><Relationship Type="http://schemas.openxmlformats.org/officeDocument/2006/relationships/notesSlide" Target="/ppt/notesSlides/notesSlide7.xml" Id="Ra3e60a4aed354bd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ef77f53b06fe4808"/><Relationship Type="http://schemas.openxmlformats.org/officeDocument/2006/relationships/notesSlide" Target="/ppt/notesSlides/notesSlide8.xml" Id="Rb673a66bb2124732"/></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4aad326ff9e4789"/><Relationship Type="http://schemas.openxmlformats.org/officeDocument/2006/relationships/chart" Target="/ppt/slides/charts/chart2.xml" Id="R2a945dc409f847da"/><Relationship Type="http://schemas.openxmlformats.org/officeDocument/2006/relationships/notesSlide" Target="/ppt/notesSlides/notesSlide9.xml" Id="Rde2c49f45c8947b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56223c871a51408a"/><Relationship Type="http://schemas.openxmlformats.org/officeDocument/2006/relationships/notesSlide" Target="/ppt/notesSlides/notesSlide10.xml" Id="Rdfe7e18fdfd54cd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e525435ba0ca403b"/><Relationship Type="http://schemas.openxmlformats.org/officeDocument/2006/relationships/chart" Target="/ppt/slides/charts/chart3.xml" Id="R3bb5d573001e4d4f"/><Relationship Type="http://schemas.openxmlformats.org/officeDocument/2006/relationships/notesSlide" Target="/ppt/notesSlides/notesSlide11.xml" Id="Rf07cc562a6524a5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3264a0e688784d61"/><Relationship Type="http://schemas.openxmlformats.org/officeDocument/2006/relationships/chart" Target="/ppt/slides/charts/chart4.xml" Id="R828f3dff113c477c"/><Relationship Type="http://schemas.openxmlformats.org/officeDocument/2006/relationships/notesSlide" Target="/ppt/notesSlides/notesSlide12.xml" Id="R484d0eee9b5840ff"/></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6154fde94ab24a9c"/><Relationship Type="http://schemas.openxmlformats.org/officeDocument/2006/relationships/chart" Target="/ppt/slides/charts/chart5.xml" Id="Rbca91e90e5514b4b"/><Relationship Type="http://schemas.openxmlformats.org/officeDocument/2006/relationships/notesSlide" Target="/ppt/notesSlides/notesSlide13.xml" Id="Rd86c8b540496457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6f7c8095b08d48f2"/><Relationship Type="http://schemas.openxmlformats.org/officeDocument/2006/relationships/chart" Target="/ppt/slides/charts/chart6.xml" Id="R1c9d514d9b334c75"/><Relationship Type="http://schemas.openxmlformats.org/officeDocument/2006/relationships/notesSlide" Target="/ppt/notesSlides/notesSlide14.xml" Id="Rb7617b9cb21441e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768fe864894949cc"/><Relationship Type="http://schemas.openxmlformats.org/officeDocument/2006/relationships/notesSlide" Target="/ppt/notesSlides/notesSlide15.xml" Id="Rd5b30b4871794d1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5007cdf5fcb4cec"/><Relationship Type="http://schemas.openxmlformats.org/officeDocument/2006/relationships/notesSlide" Target="/ppt/notesSlides/notesSlide16.xml" Id="Re88ff61ef25f4b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6383c124d3eb44c0"/><Relationship Type="http://schemas.openxmlformats.org/officeDocument/2006/relationships/notesSlide" Target="/ppt/notesSlides/notesSlide17.xml" Id="Ra69115653fc84430"/></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6e81333dc95427e"/><Relationship Type="http://schemas.openxmlformats.org/officeDocument/2006/relationships/notesSlide" Target="/ppt/notesSlides/notesSlide18.xml" Id="Rb4a3b5b911734061"/></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c342a64459db4b5b"/><Relationship Type="http://schemas.openxmlformats.org/officeDocument/2006/relationships/notesSlide" Target="/ppt/notesSlides/notesSlide19.xml" Id="R4ec8dd74c8af4e7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86f72629db542dd"/><Relationship Type="http://schemas.openxmlformats.org/officeDocument/2006/relationships/notesSlide" Target="/ppt/notesSlides/notesSlide20.xml" Id="R1d30258f63e74d36"/></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099107932cb143d2"/><Relationship Type="http://schemas.openxmlformats.org/officeDocument/2006/relationships/notesSlide" Target="/ppt/notesSlides/notesSlide21.xml" Id="R189f76d599f04ec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1bf8a0c296414c77"/><Relationship Type="http://schemas.openxmlformats.org/officeDocument/2006/relationships/notesSlide" Target="/ppt/notesSlides/notesSlide22.xml" Id="R76c473529c5543a1"/></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64F37"/>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1BDC7A4-66C7-4129-B1B4-BE9B55FC16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b2e024cacb547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869F7465-FF84-4EF8-BF96-0403ED1B892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6CD4D2B4-F70F-4BB4-B88B-9A077C7E9C1B}"/>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AAE055DD-1FC9-499B-8819-8E844AF2D613}"/>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26787A20-CCB4-4214-B959-C3DFE822790A}"/>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E9D06567-53DB-40CA-8E7C-B756EC88D41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D01656F4-D83E-4FA9-A5CB-61CD5663A029}"/>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69300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B1825A62-C533-4BD6-BEED-8EBD098EF10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CC13B3EB-464F-40DE-A7B6-AEABC6815E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C0F5E765-F713-443D-9515-8CE83FC63F03}"/>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R w="0">
                      <a:solidFill>
                        <a:srgbClr val="FFFFFF"/>
                      </a:solidFill>
                    </a:lnR>
                    <a:lnT w="0">
                      <a:solidFill>
                        <a:srgbClr val="FFFFFF"/>
                      </a:solidFill>
                    </a:lnT>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solidFill>
                        <a:srgbClr val="FFFFFF"/>
                      </a:solidFill>
                    </a:lnL>
                    <a:lnB w="7620">
                      <a:solidFill>
                        <a:srgbClr val="D7E0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AE33F555-5765-4238-8D9E-6721097A062F}"/>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397B9E32-0D89-493A-BC45-7C97A411C07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2D7188F6-9D68-4E81-B21A-EB2D9B9C7E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30256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0C529E79-46CA-4445-90A0-B85A39AE366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3EE30476-CB5A-4944-9AEB-4DFF4F8A72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8436B839-D9ED-4B30-B7F9-43ED470C0FCA}"/>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1963d69bb41f4b7b"/>
          </a:graphicData>
        </a:graphic>
      </p:graphicFrame>
      <p:sp>
        <p:nvSpPr>
          <p:cNvPr id="5" name="0,014">
            <a:extLst xmlns:a="http://schemas.openxmlformats.org/drawingml/2006/main">
              <a:ext uri="{FF2B5EF4-FFF2-40B4-BE49-F238E27FC236}">
                <a16:creationId xmlns:a16="http://schemas.microsoft.com/office/drawing/2014/main" id="{28570DC8-DA2F-4667-8EA1-60D8B89EB549}"/>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4E506BAA-2442-4BC1-9329-BF30CAD7ADCF}"/>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A3422F1C-7538-4586-8658-39BE7FC5302A}"/>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DFCF84F9-D321-4010-9FF9-6FCD32749E06}"/>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597D6F5B-3DE9-4AFB-BC52-E25EF7BEFD93}"/>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2077653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45F6059E-9C6A-4F88-8917-E33C9453F25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D27237E4-370E-45AC-BDB1-54FE2C2BE9A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145C46C9-DD40-4EB6-81CF-C10C0E2BE029}"/>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2B3851F2-84E5-42B7-9491-1AD12825F9BE}"/>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BEAA2B4D-94A9-472F-990C-92F4203C373B}"/>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600894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EF23D962-C83F-47CE-ADF5-0B05AE53C00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AC4DD334-8452-407C-A164-ACCD5343C1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E1C471F9-BF82-42F8-930A-47B97E71103C}"/>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13D26517-6895-49AF-8BCD-760405FD1F4F}"/>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1BC7FEFA-C49D-4584-9CEF-C8BE409F4357}"/>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84D0EB0C-BD56-4940-8049-8B8ED7BBDB96}"/>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A842B60D-A9FE-40E9-A9F4-C1B377F59E7E}"/>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1E7C2E8B-5B0D-4C14-B4AD-9F154AEBFAAF}"/>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334D5D52-FFA0-4BED-B490-9EAC76DA297C}"/>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84E32735-35FD-4659-8F14-BE6410047583}"/>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14EA172B-9999-46E6-9057-0E0B113AD76A}"/>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15EAE67D-1990-4999-B071-7C9EC6EBC483}"/>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CB27D7C0-2E91-4A53-A830-971F82DB3C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6594544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1219B9B4-0BEC-4343-A6C2-B5E3EC39DDD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7A409685-3666-4573-9AF9-0303610AD9D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C783F2EF-4484-4D42-9ECD-4355C804935B}"/>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EC7B0F14-2CFC-4F1B-AD70-2D90845F6443}"/>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3289C6C9-B17F-40AB-9822-53C2942FE431}"/>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9685CB23-2D4F-452B-A3E6-AEB8D37C8EE1}"/>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6D03A9D9-D694-4262-BB58-7E7CDC42B8C9}"/>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0D3F5A32-1E08-4E23-89C1-0B405EDF86F0}"/>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AEC14301-A4AA-4028-AA80-32312130C4A6}"/>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409A9249-E051-469C-9666-F434A641E00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4008904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FE66A8CA-07E8-459B-B33B-446F11970B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789A55D6-E75E-443C-A009-3DA5D17383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405216D6-0C86-41DB-848D-16CFFDA1EEA0}"/>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R w="0">
                      <a:solidFill>
                        <a:srgbClr val="FFFFFF"/>
                      </a:solidFill>
                    </a:lnR>
                    <a:lnT w="0">
                      <a:solidFill>
                        <a:srgbClr val="FFFFFF"/>
                      </a:solidFill>
                    </a:lnT>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456A6ADE-23CE-4A52-9004-10B65B0DE00F}"/>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4031C84D-B94D-4FA8-B71B-FDAD9929FC3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7C372BD8-3F0A-4EE7-80F7-F13BA0531736}"/>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08802736-A7E2-455E-BFEC-3611B5F5A1E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1897218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0DC69407-1CAF-43CC-8083-A621A00302E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0AB544D8-6F74-42CE-BFA1-AAD926D788A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31884A3E-1728-44F2-82B3-D4F2789C7F3A}"/>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4BA9D513-5846-4B26-8495-DB049A2D0F4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D2EBFFD-ECD6-499F-9196-70AD22EEE91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222AB66A-ABDF-463B-B6BB-919ADD8A09B2}"/>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576B4015-2D84-4A37-A899-9499D37AE28F}"/>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76B83404-BB77-442A-B374-F0BBF8FFE437}"/>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353BCAC1-6E78-47AF-939E-535676770ABD}"/>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E0423C37-519F-4B6D-BA30-C9A76D430E48}"/>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F583C2E0-FC26-4BDF-A23E-CF4DEDC5934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38CB34B8-21A5-4854-8F23-8D7685EFC3B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45114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A871FDF1-433B-4B38-A858-830F416B294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5B473ACF-8A1F-4356-B26D-39FC0AF1A4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F8E76A17-7B43-4A5F-A570-59A69C7C75FE}"/>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2a945dc409f847da"/>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9989DEFD-79E2-4DC3-BD4E-41E1B6D2E6CB}"/>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ECB18184-03B7-4EDE-9968-7BE6CD8A60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17405072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81CB48E3-08E6-432B-9662-4296BABBC17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12D280EA-8EB0-4C81-9761-43977ED216C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52E332B7-0265-41FC-9933-2B55F5EECC15}"/>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A0B9BA5A-1159-4E20-BE68-B92154067076}"/>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C1199B9E-339E-48B5-B723-22386313F66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B9D07C0E-A607-44AC-9868-135E2E6FFC9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36BCBC45-1C67-4994-AEDC-195CA8C4124A}"/>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B3DC2244-3694-47F0-B422-CFBF75AEACA6}"/>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62E2CE13-6EAA-44E4-A039-2969D1DBA7AA}"/>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04B35E2-7735-440B-BA16-B4D58150B2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21088333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4C01ECF0-6117-4D1B-8180-49559AF8857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3732E5E3-EBF9-4440-935D-3030FD1775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1A69A217-2B1B-4F2D-94F3-6AFF1A575769}"/>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3bb5d573001e4d4f"/>
          </a:graphicData>
        </a:graphic>
      </p:graphicFrame>
      <p:sp>
        <p:nvSpPr>
          <p:cNvPr id="5" name="0,907">
            <a:extLst xmlns:a="http://schemas.openxmlformats.org/drawingml/2006/main">
              <a:ext uri="{FF2B5EF4-FFF2-40B4-BE49-F238E27FC236}">
                <a16:creationId xmlns:a16="http://schemas.microsoft.com/office/drawing/2014/main" id="{5666D44A-1212-4617-80D9-6BA63DAECF31}"/>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B06A7307-4F96-4EFE-A3CE-0806B60C6B6B}"/>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83784F45-83B7-480A-B1C1-FD5F321B807D}"/>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5DEC8D87-8030-4CB8-A825-EE1D90932A50}"/>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A1339E3B-5C6D-413D-BDA1-967172477DE5}"/>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530711DB-858B-4910-9C6D-2B3023BBAA04}"/>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26042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4C821B75-4D94-474D-A7E7-82CCE55650B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2A6E8CEC-1AC0-4C66-928E-043FE7A420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39FBDCD3-3825-41F5-B0C1-DAF6342E7E97}"/>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0D0B112C-D05D-4AE7-BFAE-7845257B97C1}"/>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828f3dff113c477c"/>
          </a:graphicData>
        </a:graphic>
      </p:graphicFrame>
      <p:sp>
        <p:nvSpPr>
          <p:cNvPr id="6" name="451,5">
            <a:extLst xmlns:a="http://schemas.openxmlformats.org/drawingml/2006/main">
              <a:ext uri="{FF2B5EF4-FFF2-40B4-BE49-F238E27FC236}">
                <a16:creationId xmlns:a16="http://schemas.microsoft.com/office/drawing/2014/main" id="{120DE4FA-D037-4FFB-8CB8-40716F1E84E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9758C72D-B89D-4130-B7F0-26BAFCF995C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9F3DFA6-206E-42F7-A174-DD34B94807B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04E8FF8C-38B2-4572-97EB-8E0789D89489}"/>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39E30DE-433B-4A8E-882C-E75E32F76D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0514064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0842B9F5-CDCC-438F-8CA1-C3073C9B2FB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96DCC920-D875-4410-B6E6-AB789C74A87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79C4F861-E35E-4A81-8CD5-C3B268656DBE}"/>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D179341E-FA52-409D-8E4A-0B5CFA861D5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bca91e90e5514b4b"/>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FB285B6E-B003-4CED-9876-0C0B5B2F52D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3C759F02-601F-4D3C-AA1D-F356C3D8F0D1}"/>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354186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2C980505-8C25-4C74-9B4B-8B440742DC1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CB621B01-8E1A-4A7E-A7DE-A5CDFEEE4AD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обеих систем один и тот же топ-10 при">
            <a:extLst xmlns:a="http://schemas.openxmlformats.org/drawingml/2006/main">
              <a:ext uri="{FF2B5EF4-FFF2-40B4-BE49-F238E27FC236}">
                <a16:creationId xmlns:a16="http://schemas.microsoft.com/office/drawing/2014/main" id="{B7972EAD-943A-473E-A12F-20F25A095CE3}"/>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обеих систем один и тот же топ-10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25A227D9-73AF-48CB-9C84-CB517DB430FD}"/>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1c9d514d9b334c75"/>
          </a:graphicData>
        </a:graphic>
      </p:graphicFrame>
      <p:sp>
        <p:nvSpPr>
          <p:cNvPr id="6" name="14,4%">
            <a:extLst xmlns:a="http://schemas.openxmlformats.org/drawingml/2006/main">
              <a:ext uri="{FF2B5EF4-FFF2-40B4-BE49-F238E27FC236}">
                <a16:creationId xmlns:a16="http://schemas.microsoft.com/office/drawing/2014/main" id="{1F72A122-8F79-41E3-88A9-293506532D2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8E9582F9-4DEC-46E0-B0DB-45167212A8A3}"/>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BF58C449-53F6-4F1D-AC3B-97F7D66D10F0}"/>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6AFE9881-00CF-469F-9FE3-3E55C6158E95}"/>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DA85839C-DFE3-42A0-8AF9-F5B167F8F8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30977519-CDDE-4697-866A-708ED53B87F2}"/>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12798832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10E6346D-DEFF-4544-BE68-F9E03EC3637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F9E88E5C-E060-4060-9CC1-AAD8E5DEFA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78DBD92F-9B1D-4F51-BAA4-DA4AAF822309}"/>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8A62AC43-EB77-4652-B98D-8B5F77D6C379}"/>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8F7CCD59-7E0E-428E-B8EB-16B9CB2FF784}"/>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405E1288-D5A8-400E-BC81-8CE25EE702CA}"/>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FDD66A0A-AB3A-47EE-9131-353CD007C6BA}"/>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5DB883DC-B94D-4F22-98BA-5078BE4EFA6B}"/>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0B5DFCB1-B3C9-4AB7-9157-F6DD8F341005}"/>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62B82542-68C8-4D4B-8B7C-36BB6AC1B928}"/>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30A18631-0FE8-4D5E-B465-54D8E37D7291}"/>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48A3ED1C-169B-4378-994D-92590FFF815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679274978"/>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0B61574A-9122-41F7-96C1-10F303A2EB7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EDFFE8E6-A2E0-4B0E-8FD9-6E5C4D55E7E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09F68FC2-29AE-4C9B-BBB8-D1FBB9A046C1}"/>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C0E79A4D-9042-49EB-B6A6-B5EAF0140EF0}"/>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75145B48-26A6-4113-B5B3-E60D68E5B1C7}"/>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184EDD85-4681-4E89-BA81-CCC39CC1CAE7}"/>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8461A25B-5C22-451F-B8ED-0C5936111186}"/>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FAE65AC7-0757-4371-BCE3-A2DE6350CB03}"/>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C78380E4-BCB5-434D-B2FD-792F3B71002E}"/>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27EEF998-A427-457E-81A8-E4C32865D9F6}"/>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87AB5E5B-D0FF-4120-86E8-1196EBEAC7E1}"/>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1808854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FBAF2D4B-13C8-49CF-AEE9-EFA3D310383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753BA364-F254-43CE-B72F-9B422A584FC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DDD609C6-43A5-4249-A7F7-62611B3CD1E0}"/>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D15DEE23-31D4-46FB-B532-9D8A6ADDD33C}"/>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309893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1AD065DE-086B-4877-9D25-567DCA180FE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5DF0714D-B0EB-4453-A92F-28C8D627F7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BB39C42A-EB32-4082-84BC-5CA2C49B8404}"/>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B3E63352-6C5F-498C-BE0E-949934562FE7}"/>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350C01EB-5FC6-4F0F-9568-302B433466F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218EE83-491B-4605-9B35-C9DD151E1116}"/>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B67546C4-37AC-4179-95D3-683881BFBC3E}"/>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D51699B5-706E-41EC-B9EE-185187431D2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B w="7620">
                      <a:solidFill>
                        <a:srgbClr val="D7E0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EFFED84F-E679-47D2-BF98-584DC8963E4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BE1074DD-B780-40EB-8718-B421DD84CE8E}"/>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A3956B18-7586-4418-A01F-85D543856ACD}"/>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84BE2DC-4770-487D-A898-0B51226E978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0975650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F1C40CA4-0576-4868-8917-FDC137DC6E2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A9DD376B-F234-4737-92A8-EB89A5A652A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C6F0B5F6-D781-4555-B5A4-DFE4A0EF8C8A}"/>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13155349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82C5E2EE-0040-4547-A4BC-CD49B76F9B4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03771374-237F-42C5-9672-CCD2FFA5E28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C7452E47-25A5-4DBB-A440-3E04D82283A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490917CA-3C43-475D-9D6A-BBA99A25A744}"/>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BCCEE398-7587-4FCF-9173-9E4948A25DF5}"/>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7BF780A4-49F6-4E8D-901D-38E73E0B669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7823103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FE2FF83B-121B-4BEF-B5A2-6B85C4652DA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9CCF9200-E953-46EA-B972-3BC085B71C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R w="0">
                      <a:solidFill>
                        <a:srgbClr val="FFFFFF"/>
                      </a:solidFill>
                    </a:lnR>
                    <a:lnT w="0">
                      <a:solidFill>
                        <a:srgbClr val="FFFFFF"/>
                      </a:solidFill>
                    </a:lnT>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R w="0">
                      <a:solidFill>
                        <a:srgbClr val="FFFFFF"/>
                      </a:solidFill>
                    </a:lnR>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R w="0">
                      <a:solidFill>
                        <a:srgbClr val="FFFFFF"/>
                      </a:solidFill>
                    </a:lnR>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R w="0">
                      <a:solidFill>
                        <a:srgbClr val="FFFFFF"/>
                      </a:solidFill>
                    </a:lnR>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48076FCC-399F-4F2E-A4A5-C71603617D3D}"/>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874BB9AC-C7CD-47D2-A200-70BBA18B8324}"/>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3494101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F66606C5-4077-49F8-97F7-33C13DC7488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32F61D56-7585-437A-A6CE-6B7089D4F0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8FB215BB-176D-48F0-BB44-EFA30B9552C4}"/>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8A026024-D54E-4286-8D67-D939B3440A25}"/>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4A30F758-DBAE-4A4C-9DF9-D86944F37AE3}"/>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90F108EB-D93F-4950-9CD6-EDFCA8D1ADD5}"/>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9332BC67-0AE7-44B6-8A25-D108F34F3063}"/>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8FD98F19-FFC5-418A-BF79-BA4BD2CDA67F}"/>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404D484B-0FFC-473F-91A1-9B289C15CF8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8239453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