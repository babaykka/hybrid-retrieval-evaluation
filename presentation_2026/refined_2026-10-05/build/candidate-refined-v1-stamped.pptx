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e1b2fbb24f51496d"/><Relationship Type="http://schemas.openxmlformats.org/officeDocument/2006/relationships/extended-properties" Target="/docProps/app.xml" Id="Rf3276841f30f4017"/><Relationship Type="http://schemas.openxmlformats.org/officeDocument/2006/relationships/officeDocument" Target="/ppt/presentation.xml" Id="Readdbd21a46343ef"/></Relationships>
</file>

<file path=ppt/presentation.xml><?xml version="1.0" encoding="utf-8"?>
<p:presentation xmlns:p="http://schemas.openxmlformats.org/presentationml/2006/main">
  <p:sldMasterIdLst>
    <p:sldMasterId xmlns:r="http://schemas.openxmlformats.org/officeDocument/2006/relationships" id="2147483648" r:id="R809179b0e67c4f8b"/>
  </p:sldMasterIdLst>
  <p:notesMasterIdLst>
    <p:notesMasterId xmlns:r="http://schemas.openxmlformats.org/officeDocument/2006/relationships" r:id="Re482232c8e864e8a"/>
  </p:notesMasterIdLst>
  <p:sldIdLst>
    <p:sldId xmlns:r="http://schemas.openxmlformats.org/officeDocument/2006/relationships" id="256" r:id="Re8ba63356c70405a"/>
    <p:sldId xmlns:r="http://schemas.openxmlformats.org/officeDocument/2006/relationships" id="257" r:id="Rc1dbd02f9b384ef3"/>
    <p:sldId xmlns:r="http://schemas.openxmlformats.org/officeDocument/2006/relationships" id="258" r:id="Rf55591c319984733"/>
    <p:sldId xmlns:r="http://schemas.openxmlformats.org/officeDocument/2006/relationships" id="259" r:id="R59dc3b7387e74cde"/>
    <p:sldId xmlns:r="http://schemas.openxmlformats.org/officeDocument/2006/relationships" id="260" r:id="R478f90fc3b1d4ab1"/>
    <p:sldId xmlns:r="http://schemas.openxmlformats.org/officeDocument/2006/relationships" id="261" r:id="Re292b30bf1a04e91"/>
    <p:sldId xmlns:r="http://schemas.openxmlformats.org/officeDocument/2006/relationships" id="262" r:id="Rba00cdc7c2b04657"/>
    <p:sldId xmlns:r="http://schemas.openxmlformats.org/officeDocument/2006/relationships" id="263" r:id="Rb5a176bffc6b4d3d"/>
    <p:sldId xmlns:r="http://schemas.openxmlformats.org/officeDocument/2006/relationships" id="264" r:id="Rf9a48aab19ae4cb8"/>
    <p:sldId xmlns:r="http://schemas.openxmlformats.org/officeDocument/2006/relationships" id="265" r:id="R85c1dbf0fc1943b9"/>
    <p:sldId xmlns:r="http://schemas.openxmlformats.org/officeDocument/2006/relationships" id="266" r:id="Re253d3a347ae4721"/>
    <p:sldId xmlns:r="http://schemas.openxmlformats.org/officeDocument/2006/relationships" id="267" r:id="R4b3b2af6cb8e4c08"/>
    <p:sldId xmlns:r="http://schemas.openxmlformats.org/officeDocument/2006/relationships" id="268" r:id="R8bfecd08e0fa4c1c"/>
    <p:sldId xmlns:r="http://schemas.openxmlformats.org/officeDocument/2006/relationships" id="269" r:id="Rbb1205841090421f"/>
    <p:sldId xmlns:r="http://schemas.openxmlformats.org/officeDocument/2006/relationships" id="270" r:id="R0c2e32da836c4b77"/>
    <p:sldId xmlns:r="http://schemas.openxmlformats.org/officeDocument/2006/relationships" id="271" r:id="Raedca325ea6e455a"/>
    <p:sldId xmlns:r="http://schemas.openxmlformats.org/officeDocument/2006/relationships" id="272" r:id="Re96e4b295d9f453d"/>
    <p:sldId xmlns:r="http://schemas.openxmlformats.org/officeDocument/2006/relationships" id="273" r:id="R75b26408b574412b"/>
    <p:sldId xmlns:r="http://schemas.openxmlformats.org/officeDocument/2006/relationships" id="274" r:id="R55dad649690345a3"/>
    <p:sldId xmlns:r="http://schemas.openxmlformats.org/officeDocument/2006/relationships" id="275" r:id="Ra0edcedceb424377"/>
    <p:sldId xmlns:r="http://schemas.openxmlformats.org/officeDocument/2006/relationships" id="276" r:id="Re4e79cd3ea984f6d"/>
    <p:sldId xmlns:r="http://schemas.openxmlformats.org/officeDocument/2006/relationships" id="277" r:id="Radf77868b67e4a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3199bd76cc9d4b84"/><Relationship Type="http://schemas.openxmlformats.org/officeDocument/2006/relationships/slideMaster" Target="/ppt/slideMasters/slideMaster1.xml" Id="R809179b0e67c4f8b"/><Relationship Type="http://schemas.openxmlformats.org/officeDocument/2006/relationships/notesMaster" Target="/ppt/notesMasters/notesMaster1.xml" Id="Re482232c8e864e8a"/><Relationship Type="http://schemas.openxmlformats.org/officeDocument/2006/relationships/presProps" Target="/ppt/presProps.xml" Id="Rc6ef306eab8e4054"/><Relationship Type="http://schemas.openxmlformats.org/officeDocument/2006/relationships/tableStyles" Target="/ppt/tableStyles.xml" Id="R882e0142b799483f"/><Relationship Type="http://schemas.openxmlformats.org/officeDocument/2006/relationships/slide" Target="/ppt/slides/slide1.xml" Id="Re8ba63356c70405a"/><Relationship Type="http://schemas.openxmlformats.org/officeDocument/2006/relationships/slide" Target="/ppt/slides/slide2.xml" Id="Rc1dbd02f9b384ef3"/><Relationship Type="http://schemas.openxmlformats.org/officeDocument/2006/relationships/slide" Target="/ppt/slides/slide3.xml" Id="Rf55591c319984733"/><Relationship Type="http://schemas.openxmlformats.org/officeDocument/2006/relationships/slide" Target="/ppt/slides/slide4.xml" Id="R59dc3b7387e74cde"/><Relationship Type="http://schemas.openxmlformats.org/officeDocument/2006/relationships/slide" Target="/ppt/slides/slide5.xml" Id="R478f90fc3b1d4ab1"/><Relationship Type="http://schemas.openxmlformats.org/officeDocument/2006/relationships/slide" Target="/ppt/slides/slide6.xml" Id="Re292b30bf1a04e91"/><Relationship Type="http://schemas.openxmlformats.org/officeDocument/2006/relationships/slide" Target="/ppt/slides/slide7.xml" Id="Rba00cdc7c2b04657"/><Relationship Type="http://schemas.openxmlformats.org/officeDocument/2006/relationships/slide" Target="/ppt/slides/slide8.xml" Id="Rb5a176bffc6b4d3d"/><Relationship Type="http://schemas.openxmlformats.org/officeDocument/2006/relationships/slide" Target="/ppt/slides/slide9.xml" Id="Rf9a48aab19ae4cb8"/><Relationship Type="http://schemas.openxmlformats.org/officeDocument/2006/relationships/slide" Target="/ppt/slides/slide10.xml" Id="R85c1dbf0fc1943b9"/><Relationship Type="http://schemas.openxmlformats.org/officeDocument/2006/relationships/slide" Target="/ppt/slides/slide11.xml" Id="Re253d3a347ae4721"/><Relationship Type="http://schemas.openxmlformats.org/officeDocument/2006/relationships/slide" Target="/ppt/slides/slide12.xml" Id="R4b3b2af6cb8e4c08"/><Relationship Type="http://schemas.openxmlformats.org/officeDocument/2006/relationships/slide" Target="/ppt/slides/slide13.xml" Id="R8bfecd08e0fa4c1c"/><Relationship Type="http://schemas.openxmlformats.org/officeDocument/2006/relationships/slide" Target="/ppt/slides/slide14.xml" Id="Rbb1205841090421f"/><Relationship Type="http://schemas.openxmlformats.org/officeDocument/2006/relationships/slide" Target="/ppt/slides/slide15.xml" Id="R0c2e32da836c4b77"/><Relationship Type="http://schemas.openxmlformats.org/officeDocument/2006/relationships/slide" Target="/ppt/slides/slide16.xml" Id="Raedca325ea6e455a"/><Relationship Type="http://schemas.openxmlformats.org/officeDocument/2006/relationships/slide" Target="/ppt/slides/slide17.xml" Id="Re96e4b295d9f453d"/><Relationship Type="http://schemas.openxmlformats.org/officeDocument/2006/relationships/slide" Target="/ppt/slides/slide18.xml" Id="R75b26408b574412b"/><Relationship Type="http://schemas.openxmlformats.org/officeDocument/2006/relationships/slide" Target="/ppt/slides/slide19.xml" Id="R55dad649690345a3"/><Relationship Type="http://schemas.openxmlformats.org/officeDocument/2006/relationships/slide" Target="/ppt/slides/slide20.xml" Id="Ra0edcedceb424377"/><Relationship Type="http://schemas.openxmlformats.org/officeDocument/2006/relationships/slide" Target="/ppt/slides/slide21.xml" Id="Re4e79cd3ea984f6d"/><Relationship Type="http://schemas.openxmlformats.org/officeDocument/2006/relationships/slide" Target="/ppt/slides/slide22.xml" Id="Radf77868b67e4a5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346173206f941a1"/></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95e1dcba26b343b8"/><Relationship Type="http://schemas.openxmlformats.org/officeDocument/2006/relationships/notesMaster" Target="/ppt/notesMasters/notesMaster1.xml" Id="Rdaec6929c181496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6958df90765242fd"/><Relationship Type="http://schemas.openxmlformats.org/officeDocument/2006/relationships/notesMaster" Target="/ppt/notesMasters/notesMaster1.xml" Id="R3b2a4ad132db4b31"/></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204d65de4b243a8"/><Relationship Type="http://schemas.openxmlformats.org/officeDocument/2006/relationships/notesMaster" Target="/ppt/notesMasters/notesMaster1.xml" Id="R5b125ecd0b5c427b"/></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891fa1aab184a6f"/><Relationship Type="http://schemas.openxmlformats.org/officeDocument/2006/relationships/notesMaster" Target="/ppt/notesMasters/notesMaster1.xml" Id="Ra871d777546b461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3afc526367744c6"/><Relationship Type="http://schemas.openxmlformats.org/officeDocument/2006/relationships/notesMaster" Target="/ppt/notesMasters/notesMaster1.xml" Id="R824cc4b7c687480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fe8d1c08e07491d"/><Relationship Type="http://schemas.openxmlformats.org/officeDocument/2006/relationships/notesMaster" Target="/ppt/notesMasters/notesMaster1.xml" Id="R85c1b3a0a7964e42"/></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a30539c253ed40c8"/><Relationship Type="http://schemas.openxmlformats.org/officeDocument/2006/relationships/notesMaster" Target="/ppt/notesMasters/notesMaster1.xml" Id="Rb74c68588a86410a"/></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723109699a440d0"/><Relationship Type="http://schemas.openxmlformats.org/officeDocument/2006/relationships/notesMaster" Target="/ppt/notesMasters/notesMaster1.xml" Id="R307f65c14933455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28a82592c33f4099"/><Relationship Type="http://schemas.openxmlformats.org/officeDocument/2006/relationships/notesMaster" Target="/ppt/notesMasters/notesMaster1.xml" Id="Rfffaaabfe0014ed6"/></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cc7b3f9847944bc8"/><Relationship Type="http://schemas.openxmlformats.org/officeDocument/2006/relationships/notesMaster" Target="/ppt/notesMasters/notesMaster1.xml" Id="R787f8e7b94224ea9"/></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e623c71afd764814"/><Relationship Type="http://schemas.openxmlformats.org/officeDocument/2006/relationships/notesMaster" Target="/ppt/notesMasters/notesMaster1.xml" Id="Ra3e195a440f541c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d5aaeedbcc9f48ee"/><Relationship Type="http://schemas.openxmlformats.org/officeDocument/2006/relationships/notesMaster" Target="/ppt/notesMasters/notesMaster1.xml" Id="R5482d345e12a48c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3a5dc64ea6dd4cf1"/><Relationship Type="http://schemas.openxmlformats.org/officeDocument/2006/relationships/notesMaster" Target="/ppt/notesMasters/notesMaster1.xml" Id="Rb7fb492c60134159"/></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b6e6fcfe01554eeb"/><Relationship Type="http://schemas.openxmlformats.org/officeDocument/2006/relationships/notesMaster" Target="/ppt/notesMasters/notesMaster1.xml" Id="Rc9c1e388a25a4493"/></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83b97722f69948e7"/><Relationship Type="http://schemas.openxmlformats.org/officeDocument/2006/relationships/notesMaster" Target="/ppt/notesMasters/notesMaster1.xml" Id="Rb28ee248d3fc488d"/></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0ad921b4cfc8423f"/><Relationship Type="http://schemas.openxmlformats.org/officeDocument/2006/relationships/notesMaster" Target="/ppt/notesMasters/notesMaster1.xml" Id="R9e9cf90ffc4d43b8"/></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5f8d0289223a477c"/><Relationship Type="http://schemas.openxmlformats.org/officeDocument/2006/relationships/notesMaster" Target="/ppt/notesMasters/notesMaster1.xml" Id="Ra602f78bf8154bd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bc58dd410b294d3a"/><Relationship Type="http://schemas.openxmlformats.org/officeDocument/2006/relationships/notesMaster" Target="/ppt/notesMasters/notesMaster1.xml" Id="R605dfede81ed4634"/></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27b91e3ffbf94dab"/><Relationship Type="http://schemas.openxmlformats.org/officeDocument/2006/relationships/notesMaster" Target="/ppt/notesMasters/notesMaster1.xml" Id="Rede4e05e61a8414d"/></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b316b0cadd014e5a"/><Relationship Type="http://schemas.openxmlformats.org/officeDocument/2006/relationships/notesMaster" Target="/ppt/notesMasters/notesMaster1.xml" Id="R2b0a1a772fcd4b2d"/></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ff2ca53b26354b9f"/><Relationship Type="http://schemas.openxmlformats.org/officeDocument/2006/relationships/notesMaster" Target="/ppt/notesMasters/notesMaster1.xml" Id="Rc69909d112104a4c"/></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0d8a5427da28482f"/><Relationship Type="http://schemas.openxmlformats.org/officeDocument/2006/relationships/notesMaster" Target="/ppt/notesMasters/notesMaster1.xml" Id="Ra256921eb23949eb"/></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67c854dcbeb34620"/></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36d7f232ac64752"/><Relationship Type="http://schemas.openxmlformats.org/officeDocument/2006/relationships/slideLayout" Target="/ppt/slideLayouts/slideLayout1.xml" Id="R69a4a4e2d8bb423a"/></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a4a4e2d8bb42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cd7c828bdf0f4785"/><Relationship Type="http://schemas.openxmlformats.org/officeDocument/2006/relationships/image" Target="/ppt/media/image.png" Id="R604291eb93e247ef"/><Relationship Type="http://schemas.openxmlformats.org/officeDocument/2006/relationships/notesSlide" Target="/ppt/notesSlides/notesSlide1.xml" Id="R3641dbf0d65846c8"/></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9465753928c94a2f"/><Relationship Type="http://schemas.openxmlformats.org/officeDocument/2006/relationships/notesSlide" Target="/ppt/notesSlides/notesSlide2.xml" Id="R13089bacd11d4dc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712d539be8c042bf"/><Relationship Type="http://schemas.openxmlformats.org/officeDocument/2006/relationships/chart" Target="/ppt/slides/charts/chart1.xml" Id="R6222089d65c44f0c"/><Relationship Type="http://schemas.openxmlformats.org/officeDocument/2006/relationships/notesSlide" Target="/ppt/notesSlides/notesSlide3.xml" Id="R3490e47533e644e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8ea52ffa646f4a17"/><Relationship Type="http://schemas.openxmlformats.org/officeDocument/2006/relationships/notesSlide" Target="/ppt/notesSlides/notesSlide4.xml" Id="R337f57454c97481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e3ce00df256e4a0a"/><Relationship Type="http://schemas.openxmlformats.org/officeDocument/2006/relationships/notesSlide" Target="/ppt/notesSlides/notesSlide5.xml" Id="Re5d7eaae17094a5d"/></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6e5efd0b99c042d0"/><Relationship Type="http://schemas.openxmlformats.org/officeDocument/2006/relationships/notesSlide" Target="/ppt/notesSlides/notesSlide6.xml" Id="R608dc88a73874749"/></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d6ff057dc9c94af9"/><Relationship Type="http://schemas.openxmlformats.org/officeDocument/2006/relationships/notesSlide" Target="/ppt/notesSlides/notesSlide7.xml" Id="R3bef9c0b451d4f2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970343ad282c47df"/><Relationship Type="http://schemas.openxmlformats.org/officeDocument/2006/relationships/notesSlide" Target="/ppt/notesSlides/notesSlide8.xml" Id="R108e72d39823477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84963a6073ef4419"/><Relationship Type="http://schemas.openxmlformats.org/officeDocument/2006/relationships/chart" Target="/ppt/slides/charts/chart2.xml" Id="Rb3285d76e55f4fc4"/><Relationship Type="http://schemas.openxmlformats.org/officeDocument/2006/relationships/notesSlide" Target="/ppt/notesSlides/notesSlide9.xml" Id="R3654473f2a7c4c4c"/></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ecbd4c407a34fbe"/><Relationship Type="http://schemas.openxmlformats.org/officeDocument/2006/relationships/notesSlide" Target="/ppt/notesSlides/notesSlide10.xml" Id="R88553285aa1b428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94647df46f64023"/><Relationship Type="http://schemas.openxmlformats.org/officeDocument/2006/relationships/chart" Target="/ppt/slides/charts/chart3.xml" Id="R0c60d39fe1974800"/><Relationship Type="http://schemas.openxmlformats.org/officeDocument/2006/relationships/notesSlide" Target="/ppt/notesSlides/notesSlide11.xml" Id="R28f4d29022c945d3"/></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0038192fd7b4e9c"/><Relationship Type="http://schemas.openxmlformats.org/officeDocument/2006/relationships/chart" Target="/ppt/slides/charts/chart4.xml" Id="R05118e7e68614804"/><Relationship Type="http://schemas.openxmlformats.org/officeDocument/2006/relationships/notesSlide" Target="/ppt/notesSlides/notesSlide12.xml" Id="Rf56f8e3740c64a7b"/></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e95f5deaf84b4871"/><Relationship Type="http://schemas.openxmlformats.org/officeDocument/2006/relationships/chart" Target="/ppt/slides/charts/chart5.xml" Id="R9a0779ebb2e44c96"/><Relationship Type="http://schemas.openxmlformats.org/officeDocument/2006/relationships/notesSlide" Target="/ppt/notesSlides/notesSlide13.xml" Id="R15f75692479145e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55c5e2f15e9d496d"/><Relationship Type="http://schemas.openxmlformats.org/officeDocument/2006/relationships/chart" Target="/ppt/slides/charts/chart6.xml" Id="R567feeb07db64d87"/><Relationship Type="http://schemas.openxmlformats.org/officeDocument/2006/relationships/notesSlide" Target="/ppt/notesSlides/notesSlide14.xml" Id="R4a8f99a40eae4a66"/></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5d66123c4abe4d62"/><Relationship Type="http://schemas.openxmlformats.org/officeDocument/2006/relationships/notesSlide" Target="/ppt/notesSlides/notesSlide15.xml" Id="R36720653468349f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56ce5abbffad42b1"/><Relationship Type="http://schemas.openxmlformats.org/officeDocument/2006/relationships/notesSlide" Target="/ppt/notesSlides/notesSlide16.xml" Id="Rd5ddb6a16a89474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68547083bec4f52"/><Relationship Type="http://schemas.openxmlformats.org/officeDocument/2006/relationships/notesSlide" Target="/ppt/notesSlides/notesSlide17.xml" Id="R9f59962ccf4e457e"/></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b71cc20f1f144e4"/><Relationship Type="http://schemas.openxmlformats.org/officeDocument/2006/relationships/notesSlide" Target="/ppt/notesSlides/notesSlide18.xml" Id="R62b4088188624b37"/></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91d1ac1c87244e00"/><Relationship Type="http://schemas.openxmlformats.org/officeDocument/2006/relationships/notesSlide" Target="/ppt/notesSlides/notesSlide19.xml" Id="R0dc12dec60db4ff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7dbdb1a2d92b4b46"/><Relationship Type="http://schemas.openxmlformats.org/officeDocument/2006/relationships/notesSlide" Target="/ppt/notesSlides/notesSlide20.xml" Id="R59f9053bd36e48ad"/></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981b8b9fa97f4609"/><Relationship Type="http://schemas.openxmlformats.org/officeDocument/2006/relationships/notesSlide" Target="/ppt/notesSlides/notesSlide21.xml" Id="R06f902a0880c4e0b"/></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7679a7e6517849c3"/><Relationship Type="http://schemas.openxmlformats.org/officeDocument/2006/relationships/notesSlide" Target="/ppt/notesSlides/notesSlide22.xml" Id="R65e499dbd48a49d4"/></Relationships>
</file>

<file path=ppt/slides/charts/chart1.xml><?xml version="1.0" encoding="utf-8"?>
<c:chartSpace xmlns:c="http://schemas.openxmlformats.org/drawingml/2006/chart">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Lit>
              <c:ptCount val="4"/>
              <c:pt idx="0">
                <c:v>Lichee + DeBERTa</c:v>
              </c:pt>
              <c:pt idx="1">
                <c:v>CoT-MAE</c:v>
              </c:pt>
              <c:pt idx="2">
                <c:v>Listwise + Fusion</c:v>
              </c:pt>
              <c:pt idx="3">
                <c:v>AliceMind SLM + HLAR</c:v>
              </c:pt>
            </c:strLit>
          </c:cat>
          <c:val>
            <c:numLit>
              <c:formatCode>0.000</c:formatCode>
              <c:ptCount val="4"/>
              <c:pt idx="0">
                <c:v>0.436</c:v>
              </c:pt>
              <c:pt idx="1">
                <c:v>0.438</c:v>
              </c:pt>
              <c:pt idx="2">
                <c:v>0.44</c:v>
              </c:pt>
              <c:pt idx="3">
                <c:v>0.45</c:v>
              </c:pt>
            </c:numLit>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D76"/>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solidFill xmlns:a="http://schemas.openxmlformats.org/drawingml/2006/main">
                <a:srgbClr val="C64F37"/>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5240">
              <a:solidFill>
                <a:srgbClr val="7E8B91"/>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95%-ный парный ДИ при K=10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95%-ный парный ДИ при K=30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95%-ный парный ДИ при K=50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95%-ный парный ДИ при K=100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95%-ный парный ДИ при K=200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Нижняя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Верхняя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Нижняя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Верхняя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Нижняя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Верхняя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Нижняя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Верхняя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Нижняя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Верхняя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Глубина пула</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минус E5 по горизонтали</c:v>
          </c:tx>
          <c:spPr>
            <a:solidFill xmlns:a="http://schemas.openxmlformats.org/drawingml/2006/main">
              <a:srgbClr val="C64F37"/>
            </a:solidFill>
            <a:ln xmlns:a="http://schemas.openxmlformats.org/drawingml/2006/main" w="0">
              <a:noFill/>
            </a:ln>
          </c:spPr>
          <c:marker>
            <c:symbol val="circle"/>
            <c:size val="4"/>
            <c:spPr>
              <a:solidFill xmlns:a="http://schemas.openxmlformats.org/drawingml/2006/main">
                <a:srgbClr val="C64F37"/>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64F37"/>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3335">
              <a:solidFill>
                <a:srgbClr val="7E8B91"/>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минус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D76"/>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EAA490D9-0C68-4693-A610-240523DB9E5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04291eb93e247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FED5D6F9-450A-4CE0-97C4-9CB878143CF7}"/>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9858E94B-F6DF-47EE-8A41-D6FD8779D93E}"/>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C4911012-67F5-4F40-BA29-A155FF62584D}"/>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F15353BE-88D9-4A68-81FB-7858D42DD062}"/>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A4E1A995-57C5-40A3-BD06-A22EC21DA8DA}"/>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A30CAD0E-0D93-4217-8FBE-B1F1512453AF}"/>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1897724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F08A624A-B353-4891-AD9A-576705BD584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92ED2153-A9A3-4F0D-A21C-0F18564EEE9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42A2610D-65B0-4BE9-9C61-996170F9F529}"/>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L w="0">
                      <a:noFill/>
                    </a:lnL>
                    <a:lnR w="0">
                      <a:noFill/>
                    </a:lnR>
                    <a:lnT w="0">
                      <a:noFill/>
                    </a:lnT>
                    <a:lnB w="7620">
                      <a:solidFill>
                        <a:srgbClr val="D4E1E0"/>
                      </a:solidFill>
                    </a:lnB>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F509DF08-56AF-4E69-A6B6-990BB387D275}"/>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A39226FD-0148-4586-8D94-EA137EF4BCF5}"/>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F801ED1F-5AB0-40AC-8DF8-5A0E36EC525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9951919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66C96A54-D317-4E05-8125-8F95B2DA53F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894160A4-EB55-4FB2-93ED-2B923BDE4F3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D236FADD-A3F1-4549-8A49-B35EE741D832}"/>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6222089d65c44f0c"/>
          </a:graphicData>
        </a:graphic>
      </p:graphicFrame>
      <p:sp>
        <p:nvSpPr>
          <p:cNvPr id="5" name="0,014">
            <a:extLst xmlns:a="http://schemas.openxmlformats.org/drawingml/2006/main">
              <a:ext uri="{FF2B5EF4-FFF2-40B4-BE49-F238E27FC236}">
                <a16:creationId xmlns:a16="http://schemas.microsoft.com/office/drawing/2014/main" id="{26F26D54-9560-4100-BC9A-E7845A4C3BF0}"/>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C9A388F1-EF1B-4973-912A-8499A02538D1}"/>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0FA7A215-F484-4E05-B5AF-5C873A02FB44}"/>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6D01EC47-FD64-4E6C-AFEC-D17AB9514BC4}"/>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52A2A315-A789-4899-A146-87BD81A17570}"/>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7312661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B5AA94D0-EAF2-4A46-96D2-2A90B13FEB2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D5E2F043-5C69-46BD-898C-80F537BF423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30B059E7-223B-4D63-A27A-9268775E0F4F}"/>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D45FF7F0-0A5B-4A2B-9CAB-EA6BD451192F}"/>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E60B83B0-7225-4700-B738-085862CB20D4}"/>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10510663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DA36A41A-98DE-4D13-84FB-F102A51B7D8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7F20F2F1-4191-4964-8B99-6594AB6B88C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0BA49C70-5F65-46C0-8585-0D4C4ABE8F70}"/>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C93B1D22-8EF5-4CFF-847F-5C58CE1FB6A8}"/>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91B74D41-9AC0-4C1C-A64F-3C5A0EC197D8}"/>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FCCD2E7C-8218-4B55-9AE2-62DD4AA7FC04}"/>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5AAB7DB8-2F38-4DBF-8236-1F6BF0086A99}"/>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282D7218-6165-465A-B6E9-27D3BD30EFD9}"/>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BE7675B7-3A92-4669-B704-607F9DF3C24A}"/>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3DCF2F5B-1970-4B6B-B6C6-38268FD03A4A}"/>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572AF211-A1A1-4FE2-B9B7-622AA18929B7}"/>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E1043D74-FED8-440E-8E01-7254F49E4C85}"/>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603D6E89-AB04-44B4-92F0-076D79C26B5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14069500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684E91F2-7BB4-45D4-A156-83998BFEA08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D594E2B8-B5F9-4D28-9141-6200BF1ED56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7B786F40-FE8E-410E-ACB4-4A35A39175F5}"/>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57FBF0CA-5E14-4B37-9F3D-614B5CE1577B}"/>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D2A96783-B791-4F48-8427-DBBA0F2B200B}"/>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09C494BF-062A-4341-94DA-AC1EF35508A0}"/>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1ADD58D1-2E4A-4E18-9187-6B7407842EB2}"/>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C037B468-54E6-4D54-A56D-6397A71395E5}"/>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4A83932A-BF0E-4E09-8BD7-2E198082A393}"/>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CA05DE6F-B491-4D90-A833-CFE2B680CD9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3412318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B31D1DED-B9FF-4F1B-8C2C-6F2D3C1CBA8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91BCDA76-F8FC-4EA1-A872-BF45DD2BD16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0E592496-9925-4B7B-8501-7354486136BF}"/>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L w="0">
                      <a:noFill/>
                    </a:lnL>
                    <a:lnR w="0">
                      <a:noFill/>
                    </a:lnR>
                    <a:lnT w="0">
                      <a:noFill/>
                    </a:lnT>
                    <a:lnB w="7620">
                      <a:solidFill>
                        <a:srgbClr val="D4E1E0"/>
                      </a:solidFill>
                    </a:lnB>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65DB0A0C-F334-4477-BB68-F7CFD230B5D6}"/>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20DF41A5-D62A-401E-9082-065201E91515}"/>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41988E9E-660D-4A7D-9AB9-B59289A5772C}"/>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FA6EB33E-FDC4-426B-9537-03C6B1675DA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3240139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07A4BC2E-FCB7-415B-8C51-D7EF9EDDF49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A2EEFD29-9E0A-4A4E-A755-96BC8E06C5D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33602D66-F041-4C0D-9A9C-B22F971C3100}"/>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459A9417-8EBD-40EE-9C98-9DBAAD0E8788}"/>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48A2CEBA-63DE-4D99-8D5C-BB35E3FD243C}"/>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BD74A1F2-4900-4526-8FF8-EB4288CA200C}"/>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7541F715-3DC0-4E46-809F-C94786526DB9}"/>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C679417D-CD7E-4763-A67C-F1890DB67CCC}"/>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C7E930D5-3F8F-468C-8414-D0E3513D7361}"/>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62CFDAD5-711E-4144-A84E-AAB48332BB53}"/>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65E5493C-2543-4454-9FEA-96CC0E93295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C94DAA57-06C0-4668-8EFF-71E7E52D6F2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4568574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4A9BB380-460E-4BC6-94F5-A935E0453152}"/>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4754DE4E-5344-4049-9EDA-DECAEF1AC8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9DF3EEAE-364B-4BD1-92F4-76D3218E8F8D}"/>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b3285d76e55f4fc4"/>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7FAAA696-5720-43E2-AEF5-351968A6AEB2}"/>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715362B8-29D1-483E-B71D-C980959C064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386485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CD0A8AF0-0209-4355-A0BB-26225347DDE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2E4457A6-137E-4A8E-8118-DE8188E47FA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E038C32A-9D1B-4A93-ABFB-8123E9ACC563}"/>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03D03D3F-CA61-49C0-AD54-0E8C7F210800}"/>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8E759536-4843-4208-8DBB-F4179AC1D1A9}"/>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94D5FE44-EDF6-4E94-AEE0-89174891D756}"/>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966DC817-B1A3-4BBE-8D90-DDFD25F9B8A2}"/>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CBC948EA-FEAF-4285-BA92-4147F49A375C}"/>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6A9BA5B5-6C75-48F8-B3E5-3BA035DFBB53}"/>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6C22ACCF-A6C1-42E0-9CC8-FD9A8A56E63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8726544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786457F0-DF95-4B07-BD1D-28E3E16F00C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AFCEB77D-8477-468E-8BE1-C355D5D93F1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327D00E4-73E3-489F-BEDD-CFAF009B4C16}"/>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0c60d39fe1974800"/>
          </a:graphicData>
        </a:graphic>
      </p:graphicFrame>
      <p:sp>
        <p:nvSpPr>
          <p:cNvPr id="5" name="0,907">
            <a:extLst xmlns:a="http://schemas.openxmlformats.org/drawingml/2006/main">
              <a:ext uri="{FF2B5EF4-FFF2-40B4-BE49-F238E27FC236}">
                <a16:creationId xmlns:a16="http://schemas.microsoft.com/office/drawing/2014/main" id="{FE75D9CC-E38F-4E97-B761-5400A762AF4B}"/>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B87C7868-97F0-49D0-8EAE-FA0E9ECFA3CD}"/>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C8E1B0D1-051C-40E0-A07E-58DFAABCEC1C}"/>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0122834B-E406-4392-A37A-DC2B15FE9144}"/>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AC26A350-752C-43EC-BAC6-739A0463C17E}"/>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0FA9DF85-23B6-4A56-8B80-01F22BB5C751}"/>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12215692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EA771DDF-9A57-47BF-B295-E8BDDC653E8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8931175A-46C5-4DC0-A7E0-F2915F0435B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4F1C1819-2C4B-47FE-9559-AF0B2854D41C}"/>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F88B09CA-6CC9-4835-85BE-E652F4396D36}"/>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05118e7e68614804"/>
          </a:graphicData>
        </a:graphic>
      </p:graphicFrame>
      <p:sp>
        <p:nvSpPr>
          <p:cNvPr id="6" name="451,5">
            <a:extLst xmlns:a="http://schemas.openxmlformats.org/drawingml/2006/main">
              <a:ext uri="{FF2B5EF4-FFF2-40B4-BE49-F238E27FC236}">
                <a16:creationId xmlns:a16="http://schemas.microsoft.com/office/drawing/2014/main" id="{0A0DE710-F7DA-498B-A8D3-394725E37E2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4A6FEAFE-AB1E-44A2-9F51-CE1E86B04762}"/>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9935FD70-CC43-41CD-9C3E-42E1EE7713BA}"/>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BFFC6940-8414-4A48-8891-8C1A87CD71A3}"/>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17E92290-15DF-4AD6-8C1D-CA1F00644F1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17591892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AF47A7F3-E3FB-4BD1-9267-4E5950E5FC5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E09F927F-9FE9-4817-B453-577B4FAC6E5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5E4908C6-FE86-4254-8A71-B1C406718B04}"/>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F1A68700-1A73-4480-9A6C-876F783992A3}"/>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9a0779ebb2e44c96"/>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406246A6-6F2A-4B7F-B227-8B6FFDA022D7}"/>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D832FBEF-3871-4DE6-A4E8-250992F4C05D}"/>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12134130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6D5F81DB-F9B7-4261-A360-806388F831D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A3813AFF-5840-4D05-B3DB-A7E856E830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обеих систем один и тот же топ-10 при">
            <a:extLst xmlns:a="http://schemas.openxmlformats.org/drawingml/2006/main">
              <a:ext uri="{FF2B5EF4-FFF2-40B4-BE49-F238E27FC236}">
                <a16:creationId xmlns:a16="http://schemas.microsoft.com/office/drawing/2014/main" id="{DF280C77-433E-4DCF-8001-5BD404B58160}"/>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обеих систем один и тот же топ-10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A8CC1D08-3684-49FE-8309-0299E0D3ADB7}"/>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567feeb07db64d87"/>
          </a:graphicData>
        </a:graphic>
      </p:graphicFrame>
      <p:sp>
        <p:nvSpPr>
          <p:cNvPr id="6" name="14,4%">
            <a:extLst xmlns:a="http://schemas.openxmlformats.org/drawingml/2006/main">
              <a:ext uri="{FF2B5EF4-FFF2-40B4-BE49-F238E27FC236}">
                <a16:creationId xmlns:a16="http://schemas.microsoft.com/office/drawing/2014/main" id="{4AB90AD1-204F-4AD5-9A2B-AEDAF071C2DA}"/>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3B1BE5FD-8BB4-40C8-993C-AA2241DD7459}"/>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1E3062AE-99E3-403C-A5BA-AA7911361194}"/>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18AFDD82-7020-42AC-B9AA-E5DAD513BD20}"/>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C93E52C4-0476-4B7D-A5F4-E438C33F544F}"/>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7BD4445B-51B0-41D8-BFE7-48722C0EE77F}"/>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9487841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2315CA5C-6DB4-4ED2-BEF9-BAC999EBF98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FC14E871-5EC6-4CFF-82E0-0C73EAE162B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29900EC6-4146-47D1-9F92-D0C29C81E798}"/>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A3643A20-6F59-4B30-8182-473CF73A6449}"/>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72885624-B5AA-4B81-99A5-AD187D75A197}"/>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749509E9-C9BA-4089-A66A-2906B4469041}"/>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36659E21-41B8-41FF-9D48-31A6392C2563}"/>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392604D8-E04F-4990-ABDE-7480C84E864B}"/>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FF995F22-E446-492D-A770-C4D2A0707014}"/>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9307AF0B-0C52-4D08-A3C6-16E75D019AB5}"/>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05E5AC81-82A3-4750-9E29-76E9C71FA73B}"/>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C49E36D8-C037-48AC-A9DD-E1415DDE3A6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106171885"/>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CE00AE32-0A40-4F85-9729-3A38D1C7196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F7DCA15A-7CF9-4CB9-AD0E-BDE816AB3F4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73A83294-E806-4E14-98ED-9BC38FFE72A6}"/>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9C7BDFC2-0FDD-4AF2-9A36-94468D313318}"/>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95078395-F096-497E-B5F6-93B0AAF11D38}"/>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DAF29B76-4AD7-4DD0-BC1C-0934F3EA4369}"/>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51EF8761-D890-4823-B04C-21E807C2733F}"/>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A9A37C7F-54AE-47B1-AF5E-0F59811B78D1}"/>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F76345C8-1486-468D-8CC1-735CA5C63C94}"/>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EBC81535-6600-4EA3-82D0-8ADFE3C00043}"/>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58EF6C97-7F9E-48AA-983E-356C63EC66C9}"/>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8687273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81FA650D-8D1C-4245-8F5A-442B715A913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106969D9-E4AE-4196-828D-C850B1AAC09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AD742D54-DC51-401B-9404-CAF0C2B990CF}"/>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7A9F90B0-151C-423B-BA2E-793C8C36321A}"/>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7489154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9A5B1D43-0A81-4E4D-93F9-37F423A9A7C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9E4A9C9D-E03C-4425-93B1-BCB24BCB2A3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AB5B2D1D-4B65-4CC9-BF86-761974AFAF56}"/>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F0090AAC-5AA3-4694-8385-3C73ABFBC342}"/>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1BAA2672-E066-471C-AE44-116F14CEE5C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16923E01-AA6A-4883-9279-FE637BCCEAFC}"/>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02842933-5FE0-4C8E-8B5E-C26CFB819ABD}"/>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E8EF6E06-451A-4A9B-A63D-B06C9B7EE3BC}"/>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4ECDCD0-ACC5-43D3-9D28-0B8073DB67BC}"/>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2E8B2F6F-5D8B-4E01-94AC-CB2E38E9F3D5}"/>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1A6A1CB1-92E6-41C0-960A-717234B30D23}"/>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A08AC1ED-D633-49E2-B273-E31E9437D7D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09584889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89D4ABBC-A8D2-4C07-846C-D5792019902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21EE842B-C734-4150-BA3B-BDB8878E976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34348256-2E56-42AF-8004-8A5AF671EB97}"/>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3444190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F84BCBA7-4946-4DE3-AADB-F789D13751B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56CFE725-3469-4A24-A95F-80414E267E6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FB250843-D166-41EC-B565-980DCD3DE753}"/>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D15234EE-3A32-433E-A1EB-C0233D988058}"/>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FF29C4F8-EACD-4E8E-A185-23024DEC410E}"/>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2C634599-62D1-4E96-936F-2608AC977D1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15910090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DB8A4C76-1190-4981-B544-17FBB2EFE37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27C449E4-D797-48F5-9359-38AD1511D80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L w="0">
                      <a:noFill/>
                    </a:lnL>
                    <a:lnR w="0">
                      <a:noFill/>
                    </a:lnR>
                    <a:lnT w="0">
                      <a:noFill/>
                    </a:lnT>
                    <a:lnB w="7620">
                      <a:solidFill>
                        <a:srgbClr val="D4E1E0"/>
                      </a:solidFill>
                    </a:lnB>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L w="0">
                      <a:noFill/>
                    </a:lnL>
                    <a:lnR w="0">
                      <a:noFill/>
                    </a:lnR>
                    <a:lnT w="0">
                      <a:noFill/>
                    </a:lnT>
                    <a:lnB w="7620">
                      <a:solidFill>
                        <a:srgbClr val="D4E1E0"/>
                      </a:solidFill>
                    </a:lnB>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L w="0">
                      <a:noFill/>
                    </a:lnL>
                    <a:lnR w="0">
                      <a:noFill/>
                    </a:lnR>
                    <a:lnT w="0">
                      <a:noFill/>
                    </a:lnT>
                    <a:lnB w="7620">
                      <a:solidFill>
                        <a:srgbClr val="D4E1E0"/>
                      </a:solidFill>
                    </a:lnB>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L w="0">
                      <a:noFill/>
                    </a:lnL>
                    <a:lnR w="0">
                      <a:noFill/>
                    </a:lnR>
                    <a:lnT w="0">
                      <a:noFill/>
                    </a:lnT>
                    <a:lnB w="7620">
                      <a:solidFill>
                        <a:srgbClr val="D4E1E0"/>
                      </a:solidFill>
                    </a:lnB>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341D87B4-138B-4A61-92FE-F54E92836D2A}"/>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D3BECB96-909F-4321-8AFF-CE6E31B18373}"/>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49013291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6731D1B5-431C-4FAB-A7B8-7BAC49219C2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5E6A9DCD-DB41-43E8-9577-4172BBF5C69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DC7D77C1-012E-4B9C-92C5-26DF26EBDD4A}"/>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00135ABC-DC3F-4B0F-85F2-44791F1EB309}"/>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E9343B5F-03C6-4595-A447-B4AF020B7F17}"/>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DED83C32-A94F-4B41-8F88-D7E1FA02DE47}"/>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41B78C63-D097-4677-8741-AE1414769E95}"/>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43B6A93D-DABC-4AB8-B376-7B99D6142607}"/>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84F88F7E-0C52-4DC9-89B4-E567E691E5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232762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