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55e137b649184361"/><Relationship Type="http://schemas.openxmlformats.org/officeDocument/2006/relationships/extended-properties" Target="/docProps/app.xml" Id="Re0602215edd44509"/><Relationship Type="http://schemas.openxmlformats.org/officeDocument/2006/relationships/officeDocument" Target="/ppt/presentation.xml" Id="R129e74069ea34f4e"/></Relationships>
</file>

<file path=ppt/presentation.xml><?xml version="1.0" encoding="utf-8"?>
<p:presentation xmlns:p="http://schemas.openxmlformats.org/presentationml/2006/main">
  <p:sldMasterIdLst>
    <p:sldMasterId xmlns:r="http://schemas.openxmlformats.org/officeDocument/2006/relationships" id="2147483648" r:id="Re6d64ed3671a4e4c"/>
  </p:sldMasterIdLst>
  <p:notesMasterIdLst>
    <p:notesMasterId xmlns:r="http://schemas.openxmlformats.org/officeDocument/2006/relationships" r:id="R5c8d5eea3e3349b6"/>
  </p:notesMasterIdLst>
  <p:sldIdLst>
    <p:sldId xmlns:r="http://schemas.openxmlformats.org/officeDocument/2006/relationships" id="256" r:id="Ra37c8283149d4e21"/>
    <p:sldId xmlns:r="http://schemas.openxmlformats.org/officeDocument/2006/relationships" id="257" r:id="Ra5764212614f42d0"/>
    <p:sldId xmlns:r="http://schemas.openxmlformats.org/officeDocument/2006/relationships" id="258" r:id="R94e67ce8cb6b4e91"/>
    <p:sldId xmlns:r="http://schemas.openxmlformats.org/officeDocument/2006/relationships" id="259" r:id="Ra175d6c001b540d0"/>
    <p:sldId xmlns:r="http://schemas.openxmlformats.org/officeDocument/2006/relationships" id="260" r:id="R37eb90e9b1c14f0e"/>
    <p:sldId xmlns:r="http://schemas.openxmlformats.org/officeDocument/2006/relationships" id="261" r:id="Rcce48c81bd2245c4"/>
    <p:sldId xmlns:r="http://schemas.openxmlformats.org/officeDocument/2006/relationships" id="262" r:id="R4a13ed6df44c4596"/>
    <p:sldId xmlns:r="http://schemas.openxmlformats.org/officeDocument/2006/relationships" id="263" r:id="R8a26559d35e3415c"/>
    <p:sldId xmlns:r="http://schemas.openxmlformats.org/officeDocument/2006/relationships" id="264" r:id="Rb08388e97fb54433"/>
    <p:sldId xmlns:r="http://schemas.openxmlformats.org/officeDocument/2006/relationships" id="265" r:id="Rf67ecf2f19544875"/>
    <p:sldId xmlns:r="http://schemas.openxmlformats.org/officeDocument/2006/relationships" id="266" r:id="R5312c2d083c14cc2"/>
    <p:sldId xmlns:r="http://schemas.openxmlformats.org/officeDocument/2006/relationships" id="267" r:id="R5fa28eabe9c94545"/>
    <p:sldId xmlns:r="http://schemas.openxmlformats.org/officeDocument/2006/relationships" id="268" r:id="Rcbfda16211044064"/>
    <p:sldId xmlns:r="http://schemas.openxmlformats.org/officeDocument/2006/relationships" id="269" r:id="R9b92120bec3a45bf"/>
    <p:sldId xmlns:r="http://schemas.openxmlformats.org/officeDocument/2006/relationships" id="270" r:id="R6d9500cfa3f4470f"/>
    <p:sldId xmlns:r="http://schemas.openxmlformats.org/officeDocument/2006/relationships" id="271" r:id="R4d636252389c4400"/>
    <p:sldId xmlns:r="http://schemas.openxmlformats.org/officeDocument/2006/relationships" id="272" r:id="R5da7730bfd444c87"/>
    <p:sldId xmlns:r="http://schemas.openxmlformats.org/officeDocument/2006/relationships" id="273" r:id="Re80bb8944de94100"/>
    <p:sldId xmlns:r="http://schemas.openxmlformats.org/officeDocument/2006/relationships" id="274" r:id="R5910dfdde9b84c23"/>
    <p:sldId xmlns:r="http://schemas.openxmlformats.org/officeDocument/2006/relationships" id="275" r:id="Rc0c936ec40134cc9"/>
    <p:sldId xmlns:r="http://schemas.openxmlformats.org/officeDocument/2006/relationships" id="276" r:id="Rde3bfdd61cee4a15"/>
    <p:sldId xmlns:r="http://schemas.openxmlformats.org/officeDocument/2006/relationships" id="277" r:id="Rd859b372c5504c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d940984e1594053"/><Relationship Type="http://schemas.openxmlformats.org/officeDocument/2006/relationships/slideMaster" Target="/ppt/slideMasters/slideMaster1.xml" Id="Re6d64ed3671a4e4c"/><Relationship Type="http://schemas.openxmlformats.org/officeDocument/2006/relationships/notesMaster" Target="/ppt/notesMasters/notesMaster1.xml" Id="R5c8d5eea3e3349b6"/><Relationship Type="http://schemas.openxmlformats.org/officeDocument/2006/relationships/presProps" Target="/ppt/presProps.xml" Id="R85cf2bfe3f184d1f"/><Relationship Type="http://schemas.openxmlformats.org/officeDocument/2006/relationships/tableStyles" Target="/ppt/tableStyles.xml" Id="Rd2abf208fec34cfd"/><Relationship Type="http://schemas.openxmlformats.org/officeDocument/2006/relationships/slide" Target="/ppt/slides/slide1.xml" Id="Ra37c8283149d4e21"/><Relationship Type="http://schemas.openxmlformats.org/officeDocument/2006/relationships/slide" Target="/ppt/slides/slide2.xml" Id="Ra5764212614f42d0"/><Relationship Type="http://schemas.openxmlformats.org/officeDocument/2006/relationships/slide" Target="/ppt/slides/slide3.xml" Id="R94e67ce8cb6b4e91"/><Relationship Type="http://schemas.openxmlformats.org/officeDocument/2006/relationships/slide" Target="/ppt/slides/slide4.xml" Id="Ra175d6c001b540d0"/><Relationship Type="http://schemas.openxmlformats.org/officeDocument/2006/relationships/slide" Target="/ppt/slides/slide5.xml" Id="R37eb90e9b1c14f0e"/><Relationship Type="http://schemas.openxmlformats.org/officeDocument/2006/relationships/slide" Target="/ppt/slides/slide6.xml" Id="Rcce48c81bd2245c4"/><Relationship Type="http://schemas.openxmlformats.org/officeDocument/2006/relationships/slide" Target="/ppt/slides/slide7.xml" Id="R4a13ed6df44c4596"/><Relationship Type="http://schemas.openxmlformats.org/officeDocument/2006/relationships/slide" Target="/ppt/slides/slide8.xml" Id="R8a26559d35e3415c"/><Relationship Type="http://schemas.openxmlformats.org/officeDocument/2006/relationships/slide" Target="/ppt/slides/slide9.xml" Id="Rb08388e97fb54433"/><Relationship Type="http://schemas.openxmlformats.org/officeDocument/2006/relationships/slide" Target="/ppt/slides/slide10.xml" Id="Rf67ecf2f19544875"/><Relationship Type="http://schemas.openxmlformats.org/officeDocument/2006/relationships/slide" Target="/ppt/slides/slide11.xml" Id="R5312c2d083c14cc2"/><Relationship Type="http://schemas.openxmlformats.org/officeDocument/2006/relationships/slide" Target="/ppt/slides/slide12.xml" Id="R5fa28eabe9c94545"/><Relationship Type="http://schemas.openxmlformats.org/officeDocument/2006/relationships/slide" Target="/ppt/slides/slide13.xml" Id="Rcbfda16211044064"/><Relationship Type="http://schemas.openxmlformats.org/officeDocument/2006/relationships/slide" Target="/ppt/slides/slide14.xml" Id="R9b92120bec3a45bf"/><Relationship Type="http://schemas.openxmlformats.org/officeDocument/2006/relationships/slide" Target="/ppt/slides/slide15.xml" Id="R6d9500cfa3f4470f"/><Relationship Type="http://schemas.openxmlformats.org/officeDocument/2006/relationships/slide" Target="/ppt/slides/slide16.xml" Id="R4d636252389c4400"/><Relationship Type="http://schemas.openxmlformats.org/officeDocument/2006/relationships/slide" Target="/ppt/slides/slide17.xml" Id="R5da7730bfd444c87"/><Relationship Type="http://schemas.openxmlformats.org/officeDocument/2006/relationships/slide" Target="/ppt/slides/slide18.xml" Id="Re80bb8944de94100"/><Relationship Type="http://schemas.openxmlformats.org/officeDocument/2006/relationships/slide" Target="/ppt/slides/slide19.xml" Id="R5910dfdde9b84c23"/><Relationship Type="http://schemas.openxmlformats.org/officeDocument/2006/relationships/slide" Target="/ppt/slides/slide20.xml" Id="Rc0c936ec40134cc9"/><Relationship Type="http://schemas.openxmlformats.org/officeDocument/2006/relationships/slide" Target="/ppt/slides/slide21.xml" Id="Rde3bfdd61cee4a15"/><Relationship Type="http://schemas.openxmlformats.org/officeDocument/2006/relationships/slide" Target="/ppt/slides/slide22.xml" Id="Rd859b372c5504cb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f9055d551244f39"/></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AMDID 2026">
  <a:themeElements>
    <a:clrScheme name="DAMDID 202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DAMDID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e5a4de957fde499c"/><Relationship Type="http://schemas.openxmlformats.org/officeDocument/2006/relationships/notesMaster" Target="/ppt/notesMasters/notesMaster1.xml" Id="R0b106e6a2feb459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6a2a32c960b4c14"/><Relationship Type="http://schemas.openxmlformats.org/officeDocument/2006/relationships/notesMaster" Target="/ppt/notesMasters/notesMaster1.xml" Id="R5381216ccfc942d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c681185b1df4b72"/><Relationship Type="http://schemas.openxmlformats.org/officeDocument/2006/relationships/notesMaster" Target="/ppt/notesMasters/notesMaster1.xml" Id="Ra329274f63f6421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e378a6689914b9e"/><Relationship Type="http://schemas.openxmlformats.org/officeDocument/2006/relationships/notesMaster" Target="/ppt/notesMasters/notesMaster1.xml" Id="R0d51d69e575b42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18a605c706a4b6a"/><Relationship Type="http://schemas.openxmlformats.org/officeDocument/2006/relationships/notesMaster" Target="/ppt/notesMasters/notesMaster1.xml" Id="R53597dc2a32047f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c1bdb5b94aae4e5f"/><Relationship Type="http://schemas.openxmlformats.org/officeDocument/2006/relationships/notesMaster" Target="/ppt/notesMasters/notesMaster1.xml" Id="R7275a39a06804ff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73fc7e2518c4f27"/><Relationship Type="http://schemas.openxmlformats.org/officeDocument/2006/relationships/notesMaster" Target="/ppt/notesMasters/notesMaster1.xml" Id="R115527ca0ebb4ce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f3d087669b504c9b"/><Relationship Type="http://schemas.openxmlformats.org/officeDocument/2006/relationships/notesMaster" Target="/ppt/notesMasters/notesMaster1.xml" Id="Recabd9969ce2429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3e3a64f2fba4817"/><Relationship Type="http://schemas.openxmlformats.org/officeDocument/2006/relationships/notesMaster" Target="/ppt/notesMasters/notesMaster1.xml" Id="Rb8143e9c39254d9c"/></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996675fa4834421"/><Relationship Type="http://schemas.openxmlformats.org/officeDocument/2006/relationships/notesMaster" Target="/ppt/notesMasters/notesMaster1.xml" Id="Ra39c0fad588e46f2"/></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264c058289f457b"/><Relationship Type="http://schemas.openxmlformats.org/officeDocument/2006/relationships/notesMaster" Target="/ppt/notesMasters/notesMaster1.xml" Id="R0fb07806ce274642"/></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6c7c158113cc4b86"/><Relationship Type="http://schemas.openxmlformats.org/officeDocument/2006/relationships/notesMaster" Target="/ppt/notesMasters/notesMaster1.xml" Id="Rf23d0e1472e9405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672a574f79440f6"/><Relationship Type="http://schemas.openxmlformats.org/officeDocument/2006/relationships/notesMaster" Target="/ppt/notesMasters/notesMaster1.xml" Id="Rd1338f8179d24e0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ab640525eeb4eff"/><Relationship Type="http://schemas.openxmlformats.org/officeDocument/2006/relationships/notesMaster" Target="/ppt/notesMasters/notesMaster1.xml" Id="R43d79cd8cad5474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eb047e53e8d04bf3"/><Relationship Type="http://schemas.openxmlformats.org/officeDocument/2006/relationships/notesMaster" Target="/ppt/notesMasters/notesMaster1.xml" Id="R50abfa2b638848e9"/></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063906c86df4e8c"/><Relationship Type="http://schemas.openxmlformats.org/officeDocument/2006/relationships/notesMaster" Target="/ppt/notesMasters/notesMaster1.xml" Id="R297ced9448124133"/></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be7c466b1d14afa"/><Relationship Type="http://schemas.openxmlformats.org/officeDocument/2006/relationships/notesMaster" Target="/ppt/notesMasters/notesMaster1.xml" Id="Rb17e181141c34942"/></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22a63221df543e2"/><Relationship Type="http://schemas.openxmlformats.org/officeDocument/2006/relationships/notesMaster" Target="/ppt/notesMasters/notesMaster1.xml" Id="R554d257c5eed4d78"/></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3f3de2d1a4174bec"/><Relationship Type="http://schemas.openxmlformats.org/officeDocument/2006/relationships/notesMaster" Target="/ppt/notesMasters/notesMaster1.xml" Id="R490ef8ce75434885"/></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2d15e458a8b54b79"/><Relationship Type="http://schemas.openxmlformats.org/officeDocument/2006/relationships/notesMaster" Target="/ppt/notesMasters/notesMaster1.xml" Id="R2402f64c99c848b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e34dffea566049f1"/><Relationship Type="http://schemas.openxmlformats.org/officeDocument/2006/relationships/notesMaster" Target="/ppt/notesMasters/notesMaster1.xml" Id="R607a77c18e6a4d35"/></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4748d11db7fa4b50"/><Relationship Type="http://schemas.openxmlformats.org/officeDocument/2006/relationships/notesMaster" Target="/ppt/notesMasters/notesMaster1.xml" Id="R9ddc3f3041924c89"/></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ac7d74309774ec4"/></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467bbdd92114e0d"/><Relationship Type="http://schemas.openxmlformats.org/officeDocument/2006/relationships/slideLayout" Target="/ppt/slideLayouts/slideLayout1.xml" Id="Rf0a2300e46724d23"/></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2300e46724d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AMDID 2026">
  <a:themeElements>
    <a:clrScheme name="DAMDID 202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DAMDID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b69e23831a84f1a"/><Relationship Type="http://schemas.openxmlformats.org/officeDocument/2006/relationships/image" Target="/ppt/media/image.png" Id="Rc22d63df040b4596"/><Relationship Type="http://schemas.openxmlformats.org/officeDocument/2006/relationships/notesSlide" Target="/ppt/notesSlides/notesSlide1.xml" Id="R93391f6ebb6b46d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3356837b852b459d"/><Relationship Type="http://schemas.openxmlformats.org/officeDocument/2006/relationships/notesSlide" Target="/ppt/notesSlides/notesSlide2.xml" Id="R1d9262bfe2704748"/></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c5fa07d20164096"/><Relationship Type="http://schemas.openxmlformats.org/officeDocument/2006/relationships/chart" Target="/ppt/slides/charts/chart1.xml" Id="R6c90e4f36c9247c7"/><Relationship Type="http://schemas.openxmlformats.org/officeDocument/2006/relationships/notesSlide" Target="/ppt/notesSlides/notesSlide3.xml" Id="Ra6cc023a41f24f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3d3baae8174421"/><Relationship Type="http://schemas.openxmlformats.org/officeDocument/2006/relationships/notesSlide" Target="/ppt/notesSlides/notesSlide4.xml" Id="R80cd322004264f7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9baba0844564edb"/><Relationship Type="http://schemas.openxmlformats.org/officeDocument/2006/relationships/notesSlide" Target="/ppt/notesSlides/notesSlide5.xml" Id="Rd6e2f4963683490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266193f446d4a2f"/><Relationship Type="http://schemas.openxmlformats.org/officeDocument/2006/relationships/notesSlide" Target="/ppt/notesSlides/notesSlide6.xml" Id="Rf6c1c6565645455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46e217a10c54c71"/><Relationship Type="http://schemas.openxmlformats.org/officeDocument/2006/relationships/notesSlide" Target="/ppt/notesSlides/notesSlide7.xml" Id="R3c424490d86f48d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c5f514d75d9c4922"/><Relationship Type="http://schemas.openxmlformats.org/officeDocument/2006/relationships/notesSlide" Target="/ppt/notesSlides/notesSlide8.xml" Id="Rf15d5e73f4d1485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4a109e3f60c4e69"/><Relationship Type="http://schemas.openxmlformats.org/officeDocument/2006/relationships/chart" Target="/ppt/slides/charts/chart2.xml" Id="R0aff90d7bb714397"/><Relationship Type="http://schemas.openxmlformats.org/officeDocument/2006/relationships/notesSlide" Target="/ppt/notesSlides/notesSlide9.xml" Id="R7b1d336d87e042b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d62eb33846c46a3"/><Relationship Type="http://schemas.openxmlformats.org/officeDocument/2006/relationships/notesSlide" Target="/ppt/notesSlides/notesSlide10.xml" Id="Rf7ffd01975f1493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75e9471cb34ef9"/><Relationship Type="http://schemas.openxmlformats.org/officeDocument/2006/relationships/chart" Target="/ppt/slides/charts/chart3.xml" Id="R7ecd220ee02244c7"/><Relationship Type="http://schemas.openxmlformats.org/officeDocument/2006/relationships/notesSlide" Target="/ppt/notesSlides/notesSlide11.xml" Id="R710b039654c7463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79141e39e7f44887"/><Relationship Type="http://schemas.openxmlformats.org/officeDocument/2006/relationships/chart" Target="/ppt/slides/charts/chart4.xml" Id="R50f430f5ccb241b7"/><Relationship Type="http://schemas.openxmlformats.org/officeDocument/2006/relationships/notesSlide" Target="/ppt/notesSlides/notesSlide12.xml" Id="R11b6217dd8e0487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1800117919c49c4"/><Relationship Type="http://schemas.openxmlformats.org/officeDocument/2006/relationships/chart" Target="/ppt/slides/charts/chart5.xml" Id="Rc4369b9804264af6"/><Relationship Type="http://schemas.openxmlformats.org/officeDocument/2006/relationships/notesSlide" Target="/ppt/notesSlides/notesSlide13.xml" Id="Rd31e115af1e3410a"/></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7f1e977e9774eb5"/><Relationship Type="http://schemas.openxmlformats.org/officeDocument/2006/relationships/chart" Target="/ppt/slides/charts/chart6.xml" Id="R693c661c289f46dc"/><Relationship Type="http://schemas.openxmlformats.org/officeDocument/2006/relationships/notesSlide" Target="/ppt/notesSlides/notesSlide14.xml" Id="Rccf61795da4341f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8f7e39564a64856"/><Relationship Type="http://schemas.openxmlformats.org/officeDocument/2006/relationships/notesSlide" Target="/ppt/notesSlides/notesSlide15.xml" Id="R07496a6d56714d0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889c3e598f048a5"/><Relationship Type="http://schemas.openxmlformats.org/officeDocument/2006/relationships/notesSlide" Target="/ppt/notesSlides/notesSlide16.xml" Id="Rdc23c3ff93dc4e1f"/></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2598641ddf743da"/><Relationship Type="http://schemas.openxmlformats.org/officeDocument/2006/relationships/notesSlide" Target="/ppt/notesSlides/notesSlide17.xml" Id="Re6c76489e1b44bc4"/></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1969b9851ae470d"/><Relationship Type="http://schemas.openxmlformats.org/officeDocument/2006/relationships/notesSlide" Target="/ppt/notesSlides/notesSlide18.xml" Id="R0b11140ee4e14f7a"/></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5124d987a0b14149"/><Relationship Type="http://schemas.openxmlformats.org/officeDocument/2006/relationships/notesSlide" Target="/ppt/notesSlides/notesSlide19.xml" Id="R3c829dff72754430"/></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e3693d71ac414978"/><Relationship Type="http://schemas.openxmlformats.org/officeDocument/2006/relationships/notesSlide" Target="/ppt/notesSlides/notesSlide20.xml" Id="R4666e3c6328a4df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e8dccda0adb24230"/><Relationship Type="http://schemas.openxmlformats.org/officeDocument/2006/relationships/notesSlide" Target="/ppt/notesSlides/notesSlide21.xml" Id="Rb6224ef604454dc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9e70050bb50f43e2"/><Relationship Type="http://schemas.openxmlformats.org/officeDocument/2006/relationships/notesSlide" Target="/ppt/notesSlides/notesSlide22.xml" Id="R5c029243ebd64824"/></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BD78E999-C925-48FD-9BE3-DD3A8428168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2d63df040b45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71E57842-FA41-47FB-86C9-6FA5F1C406BB}"/>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09051D7A-7E6C-443A-A3CB-6A553A695D3B}"/>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951A8D60-A810-473A-8054-B9E42F47BC89}"/>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E510F27E-9D4A-414C-86F0-2C287E9E6747}"/>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E404BEEE-4DBB-40AD-AEE0-4969917EFDC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4FDEF735-E5A8-4B0B-8A10-179E8CC3EC9F}"/>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206537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644E2ED4-A821-47F0-9CB8-7791F1E3563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E9329832-417E-4DBD-B834-5E863FE8E3A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07DC9B19-3072-4A3A-9BFF-E023A3B87180}"/>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AB744679-2CBB-4AD6-994B-F491F4A78D2E}"/>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B8991D25-11A7-4D66-889D-CE82D6BCBDD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FADB5FC5-7E80-4FBD-A797-3420DCE5657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24980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2BACCA5C-3548-4D4B-80C6-01DBB11F83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8AADD9A0-B8C7-4B3E-930C-686242276B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982F58A0-7233-42BC-A0D3-714B2E63625D}"/>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6c90e4f36c9247c7"/>
          </a:graphicData>
        </a:graphic>
      </p:graphicFrame>
      <p:sp>
        <p:nvSpPr>
          <p:cNvPr id="5" name="0,014">
            <a:extLst xmlns:a="http://schemas.openxmlformats.org/drawingml/2006/main">
              <a:ext uri="{FF2B5EF4-FFF2-40B4-BE49-F238E27FC236}">
                <a16:creationId xmlns:a16="http://schemas.microsoft.com/office/drawing/2014/main" id="{4D8FF60B-E45C-4562-BA76-F4D1B38DCBE8}"/>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A039421F-B45A-4A59-8E70-AEC84B5DF2AE}"/>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ED1E1E3E-E4C7-4DB6-ABF1-CE36BB7B8ACD}"/>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D99FE23B-5F98-40E0-9DA1-0340B7552521}"/>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9CD58E5B-4257-418E-9A13-AC7AAD009925}"/>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19123765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03AC00D6-3021-4553-8D6E-047707992B5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F0209CDA-8EA1-4155-AEAA-5AAE01DE13C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73E25F5E-F142-45F1-8C71-D3B5A8AC60B7}"/>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023DC621-E779-4644-AFD6-B2198981B8EC}"/>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A5BAFBF1-653A-439C-B80A-E36850A83EED}"/>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314105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A307DC99-06F6-4EFC-A09D-749FB43E102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3F8ABC89-3CD4-4659-B964-D7A90EF0AE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CFA93834-8752-441A-B15B-D5E5D5327188}"/>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809DE1A1-7544-497D-98CA-17914A3EAFD3}"/>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7713AC51-1B05-4D4F-9A13-850B0E714744}"/>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9D41656A-0654-4F6D-84EA-ACBC6B3B2ABB}"/>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9FF5C0EE-F363-4D20-88D3-5029607AD2CF}"/>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509AC680-5AA8-4F10-B64C-8095EA07B931}"/>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56979AFC-80DD-4E1F-9C02-1BAAB70B11E3}"/>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0DB15FA1-FA98-4371-9A1F-D02540FD0132}"/>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94A25D13-8C6B-426E-BFE2-E5289CF40253}"/>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86B2B026-61A2-4AC9-9260-82A59BEA709D}"/>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F66B7C18-D961-4470-8290-DB5C66168B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326472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D9522DF0-0FED-41DB-937C-3FEAC731D6B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AD8541A8-80A0-4601-8395-A72AA1C2229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1425795F-DE0F-4924-95AE-D39DCEB1C3B2}"/>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7FAE2077-7AFD-465A-B99D-7AE556628F2C}"/>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544EE888-C902-4766-A1EA-28BFE0AA1010}"/>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935281FE-6E54-48C8-8BF1-9C131BBD04E8}"/>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55F68536-4470-4EA4-A287-A5E6D11F2942}"/>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2E3508FB-E1DA-4734-8FE3-291BD223E712}"/>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0FCB5042-E89B-4B96-B802-45197D80F877}"/>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1FCDA059-23CD-4DEE-921C-CDAD35F7303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14197252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58467AC6-7A56-4CF5-B25F-A4140015B24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FFA5D0F9-6340-4FF1-A9C2-219D5497777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7B3CCEC2-08C8-425D-B379-7B4C4AD66D0F}"/>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01378C9E-6399-46F0-AFB0-74E95E38DB43}"/>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31141CD1-5EE4-4BE6-A0EF-E674DE4B112C}"/>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D229990E-609D-4CD2-BF94-C464DB4F6BC8}"/>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D46A8667-6DF3-4ACF-80EA-E0742444CB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5564586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1BA44030-EF62-4C2A-BB7E-4E3FCB346AA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D7AF79E4-60E7-4A5A-8CC2-8950F398B1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917B4488-2F12-4CC9-A629-3EC2BD68DAB7}"/>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50D161BA-45A5-432F-B512-EF4948F8E2C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E7AC1B5-51A3-49C9-86C7-0AEEC073BFC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C7133807-CE0D-4878-B83E-F9B4814F4687}"/>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9B5A670-11E5-4E40-BE97-8C2E2F52D961}"/>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6841FC66-0EEA-417F-9923-1A141EEF6B5F}"/>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E0B45AAE-C76D-42EA-A339-62839CA7DB09}"/>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B2D1091F-EF27-4820-A134-504EB3FEB59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2329617D-7961-4C12-8BAD-1852B8859B19}"/>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268718DE-EA6A-4CFF-AAAC-4BDF3C05FE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0370717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852F4D9D-027C-462E-9B8C-87330F62811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82DE15D4-5B3E-4C40-BE40-54E672E1662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EC29482A-D068-45BB-B3A1-71A7238D9157}"/>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0aff90d7bb714397"/>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DE910B15-8FA0-4551-A850-762E4F0F495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E8F71B6A-DE9E-43A0-997C-7CC5FB5EA49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9223369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C5F5E149-E215-4BFA-BAA9-7671B067948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13914D97-8253-4F51-9115-875FC5C598C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784F8047-CC7F-4A84-B21D-CEBDC38C6E6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10E189E1-4A29-4555-BEDB-1E3B90958BE2}"/>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590C773A-B960-479E-B328-B3B63058A5C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0033FA09-AF63-41C9-8CFD-A19363AE86AA}"/>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BBF1F8C3-1555-4408-8279-BE06028512C0}"/>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019D4EF1-E20C-4A65-BC89-AC6D1F00796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485E1FBE-A251-4A2E-A4CA-251F22B43C02}"/>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4DE4B16-14FF-4540-A6A7-9263BE5D78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5425513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4C9E642B-D41D-46FA-B32F-326E17C8467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7DFD78A8-99C2-4509-9851-E54EEF743AC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498E292F-3A22-4795-8B9A-188E7965D3E8}"/>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7ecd220ee02244c7"/>
          </a:graphicData>
        </a:graphic>
      </p:graphicFrame>
      <p:sp>
        <p:nvSpPr>
          <p:cNvPr id="5" name="0,907">
            <a:extLst xmlns:a="http://schemas.openxmlformats.org/drawingml/2006/main">
              <a:ext uri="{FF2B5EF4-FFF2-40B4-BE49-F238E27FC236}">
                <a16:creationId xmlns:a16="http://schemas.microsoft.com/office/drawing/2014/main" id="{A6A3915A-4CAF-481C-B8FA-2D1418253B8E}"/>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3EC319F0-F8E2-4CA1-B9BE-BE38C8809CB2}"/>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42AC52F0-FEEA-44C1-ADC0-20C53561B494}"/>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DA436158-6056-45FF-AE5E-60C6C87F84D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8AB12DEF-B7B8-4F04-A72E-9F4AF6050B40}"/>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6EAAE6AC-413D-4FA7-990F-193FE4BE47F4}"/>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6241772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59D3C358-9F18-445B-9EC3-B581E4DC4B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FF6FB741-D9B9-4AA9-BD7D-094A9D84BB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4F02D09D-F4AB-4780-8A0A-540F5D8E6C5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2306AD91-99CB-4E72-99DD-90F31DDEF6C8}"/>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50f430f5ccb241b7"/>
          </a:graphicData>
        </a:graphic>
      </p:graphicFrame>
      <p:sp>
        <p:nvSpPr>
          <p:cNvPr id="6" name="451,5">
            <a:extLst xmlns:a="http://schemas.openxmlformats.org/drawingml/2006/main">
              <a:ext uri="{FF2B5EF4-FFF2-40B4-BE49-F238E27FC236}">
                <a16:creationId xmlns:a16="http://schemas.microsoft.com/office/drawing/2014/main" id="{6832526E-E077-4A83-AD38-B1B9565C47A3}"/>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B73D4F16-3D52-4B5F-8A57-51C457457B79}"/>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EB4E402E-E446-47B1-AACE-69ADC7A89EC0}"/>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DA91EC60-04EB-4392-9C4F-C015AFC66C36}"/>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03511C0C-31C1-4BB8-922A-B4256888C73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4665385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B364F0FE-024D-48AC-B370-FC3BA15CF4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07CD7E17-1444-4AD8-8484-781C926363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2B830020-F4FA-4A28-B6EE-DE54EAFAD415}"/>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6B7AB2F2-3244-451D-A1D3-822C1DE47094}"/>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c4369b9804264af6"/>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FAC0DE38-63A3-49AD-B6CA-A103ADC95C1B}"/>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104CBEF6-3A44-4E75-8D03-9D65B6415370}"/>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7223895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315714A4-7E9A-43D8-B528-D75534FC9E1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DD2499C6-C378-40C4-BE54-F7C4C20B44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каждой системы топ-10 неизменен при л">
            <a:extLst xmlns:a="http://schemas.openxmlformats.org/drawingml/2006/main">
              <a:ext uri="{FF2B5EF4-FFF2-40B4-BE49-F238E27FC236}">
                <a16:creationId xmlns:a16="http://schemas.microsoft.com/office/drawing/2014/main" id="{3114BE70-EA84-43FB-9CF0-6812E176210D}"/>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каждой системы топ-10 неизменен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1DDEFD79-0727-455F-B6F0-029134D5CD5D}"/>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693c661c289f46dc"/>
          </a:graphicData>
        </a:graphic>
      </p:graphicFrame>
      <p:sp>
        <p:nvSpPr>
          <p:cNvPr id="6" name="14,4%">
            <a:extLst xmlns:a="http://schemas.openxmlformats.org/drawingml/2006/main">
              <a:ext uri="{FF2B5EF4-FFF2-40B4-BE49-F238E27FC236}">
                <a16:creationId xmlns:a16="http://schemas.microsoft.com/office/drawing/2014/main" id="{F462EBD9-F61F-4D0C-AEB1-730E6EF2A79D}"/>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31A7E469-5E5C-461E-B4F7-832C5BD4BD18}"/>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A7203BAE-F49D-4C7E-A064-E197FF7A6782}"/>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4ADF5E8F-B752-43B3-869F-4EEAE4862CE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7A996E3E-A1C8-4157-ADCF-2F7601B0B4DE}"/>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298778C7-1033-4E30-BED8-D73FE8F726AE}"/>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21016572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EAE16610-233F-4713-9C9C-F6A8EA75FF9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7889293A-B000-42D3-ACF9-6579FD5B2F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1EA5FF26-ADD9-4362-A337-C8CB0501FFB5}"/>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EFDB560A-904E-42BB-A5AD-0D8D77EE285F}"/>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1916F804-727F-4617-A3C8-B66DE69143C8}"/>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5962D805-84EE-4816-B037-D8B01EB3D2C3}"/>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B9CCDF42-0739-4B2B-A2C2-1EB90DCFA06F}"/>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5989AC9A-7457-4647-B687-D6470995C859}"/>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14982596-A873-4CF9-950D-213063A64A95}"/>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73C26515-E9D5-4CC1-B408-6D5BD29E4905}"/>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178853F5-4DAA-4372-97D5-817C7C798EBF}"/>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9EDEB5AE-5327-44B7-9697-C5C9623E5F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609745170"/>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19AF272A-E4ED-4D2C-9321-7942759551F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3C2E6BA8-0B42-449E-B89F-0503DED670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99E42BC7-41BE-42F4-8714-2A1139C9B85A}"/>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5D31546A-C654-4934-9A50-06375A43FB28}"/>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0D98D13D-BCF6-46A8-80AB-464CDC7B3748}"/>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DB7DD26E-08DE-461E-87DD-7F2109A20AFE}"/>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09B784E5-CB06-4A33-9914-A57C0CA3CEF3}"/>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0EA46CBC-2079-425B-A3DA-7B874751E98C}"/>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4351A148-7576-4740-B79E-C756E6D1503C}"/>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08D50225-67CF-46CB-8B2B-4A4277E4BFCC}"/>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F54FF27E-06D1-4DE6-AE5E-77C3F30D4815}"/>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20112545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F2D0BCA-A40B-4A4E-BA68-79336632F9D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718DF8F2-2F2D-48EB-A43C-FE77CA945D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FE9BB4DF-5E23-4007-A5D2-FB4033F79249}"/>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04A38C13-FFD4-4262-9466-AAD94C837993}"/>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9237936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6C9CA1D0-879C-4FF9-919E-30B9312848B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A9FA736F-96E9-4A79-9FA6-110768F13D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E62B40E-5297-44FF-8076-BB52BA1BDFE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439A78DF-E490-4587-93F6-9EA1C7812EAB}"/>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A74D879A-04C7-4F23-9B47-AF63C3E5CB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6F9570A-3593-4588-A1B5-D9E2BB5D95E6}"/>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D7B9505A-95F0-4CBC-A12B-942CFFCA9AF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205E7BFE-BA7F-4565-B760-7D99F77BA083}"/>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1033744C-007E-4A79-921C-2FEF1CEDDD9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08B253B2-BE5C-4AA3-ADEC-3C260F9C0CDD}"/>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987A4929-FE63-4E2B-9680-B872FCD97F12}"/>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EF023FA4-4814-45CE-8ED3-B173CB015F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8633689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A802230D-D40E-41F6-A85C-B168CB80F18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0ED7425B-5F4E-40E5-A533-51ADC62428A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C8BD6246-A228-4B02-9A41-22F0ADE09B4F}"/>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2361318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0A51E0AE-4A56-43EA-AFF9-0524EBD128A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181AEB77-3C31-4289-B7DE-C12C032FC26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DCCC2992-0489-4849-9CF3-494D90E1E7BC}"/>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7DA0E06-653E-47AD-9372-B86994F16DFB}"/>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384AB980-8DC3-4FA8-8AC9-731AD35FE24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E313412-31A9-4EAE-83F0-203E11CF556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3310528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1214E956-0698-4A9C-BCAA-EBC90901B1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22613F79-A2C2-4051-8224-69E8C265FE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504396B6-DE6C-4009-8522-15089894C4E0}"/>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647ECBDC-02FB-4AFD-B704-D11077AD086E}"/>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2972764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AA6566AC-BB02-4F79-A61B-58437A4E2D5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3A769CFE-318E-4A68-926E-015121AABE0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A2878B65-15EC-4D40-B32E-8A5E21AC2AB0}"/>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FF0813FD-A815-497A-AAD6-AF80F9CADCA4}"/>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38DED250-214C-4B07-851A-FD58C6CA76FE}"/>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DA57EEE9-96C4-46F9-81B1-B7D1B086953A}"/>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32559CFC-6BE5-4F27-8A48-C0B367D6E2F6}"/>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AFD2E63C-E82F-433D-B8F7-6895882B1AFF}"/>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872D04A6-740D-430C-BA28-14468E7485D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614556236"/>
      </p:ext>
    </p:extLst>
  </p:cSld>
</p:sld>
</file>

<file path=ppt/theme/theme1.xml><?xml version="1.0" encoding="utf-8"?>
<a:theme xmlns:a="http://schemas.openxmlformats.org/drawingml/2006/main" name="DAMDID 2026">
  <a:themeElements>
    <a:clrScheme name="DAMDID 202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DAMDID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