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487bd6bcec624a58"/><Relationship Type="http://schemas.openxmlformats.org/officeDocument/2006/relationships/extended-properties" Target="/docProps/app.xml" Id="R79a06633c1ca4572"/><Relationship Type="http://schemas.openxmlformats.org/officeDocument/2006/relationships/officeDocument" Target="/ppt/presentation.xml" Id="R732e09fcaceb491f"/></Relationships>
</file>

<file path=ppt/presentation.xml><?xml version="1.0" encoding="utf-8"?>
<p:presentation xmlns:p="http://schemas.openxmlformats.org/presentationml/2006/main">
  <p:sldMasterIdLst>
    <p:sldMasterId xmlns:r="http://schemas.openxmlformats.org/officeDocument/2006/relationships" id="2147483648" r:id="R5e2307cbf7f14d22"/>
  </p:sldMasterIdLst>
  <p:notesMasterIdLst>
    <p:notesMasterId xmlns:r="http://schemas.openxmlformats.org/officeDocument/2006/relationships" r:id="R8a71869d1442476f"/>
  </p:notesMasterIdLst>
  <p:sldIdLst>
    <p:sldId xmlns:r="http://schemas.openxmlformats.org/officeDocument/2006/relationships" id="256" r:id="Rd145c4a9b3f64886"/>
    <p:sldId xmlns:r="http://schemas.openxmlformats.org/officeDocument/2006/relationships" id="257" r:id="Rdbea5382f9d447ca"/>
    <p:sldId xmlns:r="http://schemas.openxmlformats.org/officeDocument/2006/relationships" id="258" r:id="Rbc537bfb66ba4cdb"/>
    <p:sldId xmlns:r="http://schemas.openxmlformats.org/officeDocument/2006/relationships" id="259" r:id="Raf27a1e72d114f22"/>
    <p:sldId xmlns:r="http://schemas.openxmlformats.org/officeDocument/2006/relationships" id="260" r:id="R07c6fa83e5354f3d"/>
    <p:sldId xmlns:r="http://schemas.openxmlformats.org/officeDocument/2006/relationships" id="261" r:id="Rb5e8f968adc74728"/>
    <p:sldId xmlns:r="http://schemas.openxmlformats.org/officeDocument/2006/relationships" id="262" r:id="Rb8a32cba0da14dfa"/>
    <p:sldId xmlns:r="http://schemas.openxmlformats.org/officeDocument/2006/relationships" id="263" r:id="Ree2d11c280034202"/>
    <p:sldId xmlns:r="http://schemas.openxmlformats.org/officeDocument/2006/relationships" id="264" r:id="Rdfc1095ff836487c"/>
    <p:sldId xmlns:r="http://schemas.openxmlformats.org/officeDocument/2006/relationships" id="265" r:id="Re7abe55853c04c9e"/>
    <p:sldId xmlns:r="http://schemas.openxmlformats.org/officeDocument/2006/relationships" id="266" r:id="R1a1b50a9cb5f4282"/>
    <p:sldId xmlns:r="http://schemas.openxmlformats.org/officeDocument/2006/relationships" id="267" r:id="Rb4e0092ed5f042a5"/>
    <p:sldId xmlns:r="http://schemas.openxmlformats.org/officeDocument/2006/relationships" id="268" r:id="R4e2595794d974aff"/>
    <p:sldId xmlns:r="http://schemas.openxmlformats.org/officeDocument/2006/relationships" id="269" r:id="R67b43a7d35f445d3"/>
    <p:sldId xmlns:r="http://schemas.openxmlformats.org/officeDocument/2006/relationships" id="270" r:id="R74ea5961fecc47a9"/>
    <p:sldId xmlns:r="http://schemas.openxmlformats.org/officeDocument/2006/relationships" id="271" r:id="Red65c377945d4e13"/>
    <p:sldId xmlns:r="http://schemas.openxmlformats.org/officeDocument/2006/relationships" id="272" r:id="R43d49970bd724861"/>
    <p:sldId xmlns:r="http://schemas.openxmlformats.org/officeDocument/2006/relationships" id="273" r:id="Rcfdb1a21af1c42ca"/>
    <p:sldId xmlns:r="http://schemas.openxmlformats.org/officeDocument/2006/relationships" id="274" r:id="Rd19380c8f8964513"/>
    <p:sldId xmlns:r="http://schemas.openxmlformats.org/officeDocument/2006/relationships" id="275" r:id="R0fb60bd579a946fc"/>
    <p:sldId xmlns:r="http://schemas.openxmlformats.org/officeDocument/2006/relationships" id="276" r:id="R67812b2ed6e446e8"/>
    <p:sldId xmlns:r="http://schemas.openxmlformats.org/officeDocument/2006/relationships" id="277" r:id="Re95001595c5848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d7516ac64527"/><Relationship Type="http://schemas.openxmlformats.org/officeDocument/2006/relationships/slideMaster" Target="/ppt/slideMasters/slideMaster1.xml" Id="R5e2307cbf7f14d22"/><Relationship Type="http://schemas.openxmlformats.org/officeDocument/2006/relationships/notesMaster" Target="/ppt/notesMasters/notesMaster1.xml" Id="R8a71869d1442476f"/><Relationship Type="http://schemas.openxmlformats.org/officeDocument/2006/relationships/presProps" Target="/ppt/presProps.xml" Id="R3bb6788953934db4"/><Relationship Type="http://schemas.openxmlformats.org/officeDocument/2006/relationships/tableStyles" Target="/ppt/tableStyles.xml" Id="Rd67911a6b8574c6e"/><Relationship Type="http://schemas.openxmlformats.org/officeDocument/2006/relationships/slide" Target="/ppt/slides/slide1.xml" Id="Rd145c4a9b3f64886"/><Relationship Type="http://schemas.openxmlformats.org/officeDocument/2006/relationships/slide" Target="/ppt/slides/slide2.xml" Id="Rdbea5382f9d447ca"/><Relationship Type="http://schemas.openxmlformats.org/officeDocument/2006/relationships/slide" Target="/ppt/slides/slide3.xml" Id="Rbc537bfb66ba4cdb"/><Relationship Type="http://schemas.openxmlformats.org/officeDocument/2006/relationships/slide" Target="/ppt/slides/slide4.xml" Id="Raf27a1e72d114f22"/><Relationship Type="http://schemas.openxmlformats.org/officeDocument/2006/relationships/slide" Target="/ppt/slides/slide5.xml" Id="R07c6fa83e5354f3d"/><Relationship Type="http://schemas.openxmlformats.org/officeDocument/2006/relationships/slide" Target="/ppt/slides/slide6.xml" Id="Rb5e8f968adc74728"/><Relationship Type="http://schemas.openxmlformats.org/officeDocument/2006/relationships/slide" Target="/ppt/slides/slide7.xml" Id="Rb8a32cba0da14dfa"/><Relationship Type="http://schemas.openxmlformats.org/officeDocument/2006/relationships/slide" Target="/ppt/slides/slide8.xml" Id="Ree2d11c280034202"/><Relationship Type="http://schemas.openxmlformats.org/officeDocument/2006/relationships/slide" Target="/ppt/slides/slide9.xml" Id="Rdfc1095ff836487c"/><Relationship Type="http://schemas.openxmlformats.org/officeDocument/2006/relationships/slide" Target="/ppt/slides/slide10.xml" Id="Re7abe55853c04c9e"/><Relationship Type="http://schemas.openxmlformats.org/officeDocument/2006/relationships/slide" Target="/ppt/slides/slide11.xml" Id="R1a1b50a9cb5f4282"/><Relationship Type="http://schemas.openxmlformats.org/officeDocument/2006/relationships/slide" Target="/ppt/slides/slide12.xml" Id="Rb4e0092ed5f042a5"/><Relationship Type="http://schemas.openxmlformats.org/officeDocument/2006/relationships/slide" Target="/ppt/slides/slide13.xml" Id="R4e2595794d974aff"/><Relationship Type="http://schemas.openxmlformats.org/officeDocument/2006/relationships/slide" Target="/ppt/slides/slide14.xml" Id="R67b43a7d35f445d3"/><Relationship Type="http://schemas.openxmlformats.org/officeDocument/2006/relationships/slide" Target="/ppt/slides/slide15.xml" Id="R74ea5961fecc47a9"/><Relationship Type="http://schemas.openxmlformats.org/officeDocument/2006/relationships/slide" Target="/ppt/slides/slide16.xml" Id="Red65c377945d4e13"/><Relationship Type="http://schemas.openxmlformats.org/officeDocument/2006/relationships/slide" Target="/ppt/slides/slide17.xml" Id="R43d49970bd724861"/><Relationship Type="http://schemas.openxmlformats.org/officeDocument/2006/relationships/slide" Target="/ppt/slides/slide18.xml" Id="Rcfdb1a21af1c42ca"/><Relationship Type="http://schemas.openxmlformats.org/officeDocument/2006/relationships/slide" Target="/ppt/slides/slide19.xml" Id="Rd19380c8f8964513"/><Relationship Type="http://schemas.openxmlformats.org/officeDocument/2006/relationships/slide" Target="/ppt/slides/slide20.xml" Id="R0fb60bd579a946fc"/><Relationship Type="http://schemas.openxmlformats.org/officeDocument/2006/relationships/slide" Target="/ppt/slides/slide21.xml" Id="R67812b2ed6e446e8"/><Relationship Type="http://schemas.openxmlformats.org/officeDocument/2006/relationships/slide" Target="/ppt/slides/slide22.xml" Id="Re95001595c58480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28314ee8607400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3df2adc930b429f"/><Relationship Type="http://schemas.openxmlformats.org/officeDocument/2006/relationships/notesMaster" Target="/ppt/notesMasters/notesMaster1.xml" Id="R1e471c4a321e427e"/></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f8f62f178264e84"/><Relationship Type="http://schemas.openxmlformats.org/officeDocument/2006/relationships/notesMaster" Target="/ppt/notesMasters/notesMaster1.xml" Id="Rdfbee29603c048f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80661de11eb4a16"/><Relationship Type="http://schemas.openxmlformats.org/officeDocument/2006/relationships/notesMaster" Target="/ppt/notesMasters/notesMaster1.xml" Id="R0e5b541e6dd9407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73f1b43af324051"/><Relationship Type="http://schemas.openxmlformats.org/officeDocument/2006/relationships/notesMaster" Target="/ppt/notesMasters/notesMaster1.xml" Id="R9a3245ea0cb3428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041dbaa2dc94655"/><Relationship Type="http://schemas.openxmlformats.org/officeDocument/2006/relationships/notesMaster" Target="/ppt/notesMasters/notesMaster1.xml" Id="Rd269513c7faa461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060a31f93d04865"/><Relationship Type="http://schemas.openxmlformats.org/officeDocument/2006/relationships/notesMaster" Target="/ppt/notesMasters/notesMaster1.xml" Id="R551e95cf727a49ed"/></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13ae25ecb2241cf"/><Relationship Type="http://schemas.openxmlformats.org/officeDocument/2006/relationships/notesMaster" Target="/ppt/notesMasters/notesMaster1.xml" Id="R9a61771b5b964e8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37d799851b74b9e"/><Relationship Type="http://schemas.openxmlformats.org/officeDocument/2006/relationships/notesMaster" Target="/ppt/notesMasters/notesMaster1.xml" Id="R13bd37c2b7424fa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b858473dde044a38"/><Relationship Type="http://schemas.openxmlformats.org/officeDocument/2006/relationships/notesMaster" Target="/ppt/notesMasters/notesMaster1.xml" Id="R53abe44ed60b4aa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29af51e5afb437f"/><Relationship Type="http://schemas.openxmlformats.org/officeDocument/2006/relationships/notesMaster" Target="/ppt/notesMasters/notesMaster1.xml" Id="Rb7e21097f06d4d8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378158517604c74"/><Relationship Type="http://schemas.openxmlformats.org/officeDocument/2006/relationships/notesMaster" Target="/ppt/notesMasters/notesMaster1.xml" Id="R570296d4a7134e9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edd85e7e0044b59"/><Relationship Type="http://schemas.openxmlformats.org/officeDocument/2006/relationships/notesMaster" Target="/ppt/notesMasters/notesMaster1.xml" Id="Ra42776bdfd75410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e826fc4caa34444"/><Relationship Type="http://schemas.openxmlformats.org/officeDocument/2006/relationships/notesMaster" Target="/ppt/notesMasters/notesMaster1.xml" Id="R6f37dd956dcc4bb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c476f804aaf34f07"/><Relationship Type="http://schemas.openxmlformats.org/officeDocument/2006/relationships/notesMaster" Target="/ppt/notesMasters/notesMaster1.xml" Id="Rfb4cf94dcdc8478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cf852a59204a59"/><Relationship Type="http://schemas.openxmlformats.org/officeDocument/2006/relationships/notesMaster" Target="/ppt/notesMasters/notesMaster1.xml" Id="R57b784e7ff0d43e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6d63e4cb54a4f43"/><Relationship Type="http://schemas.openxmlformats.org/officeDocument/2006/relationships/notesMaster" Target="/ppt/notesMasters/notesMaster1.xml" Id="Rd0ffb8a5d08145a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eeffd92cf4c47"/><Relationship Type="http://schemas.openxmlformats.org/officeDocument/2006/relationships/notesMaster" Target="/ppt/notesMasters/notesMaster1.xml" Id="Rff2853d0b49742e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644ce1c52d341f2"/><Relationship Type="http://schemas.openxmlformats.org/officeDocument/2006/relationships/notesMaster" Target="/ppt/notesMasters/notesMaster1.xml" Id="Rebdf589d0603466a"/></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4eb19d8bc064908"/><Relationship Type="http://schemas.openxmlformats.org/officeDocument/2006/relationships/notesMaster" Target="/ppt/notesMasters/notesMaster1.xml" Id="R42b8a0ef180f44ba"/></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fe3d1961982241bd"/><Relationship Type="http://schemas.openxmlformats.org/officeDocument/2006/relationships/notesMaster" Target="/ppt/notesMasters/notesMaster1.xml" Id="Racd80e3babdf4954"/></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796c2ae331664ade"/><Relationship Type="http://schemas.openxmlformats.org/officeDocument/2006/relationships/notesMaster" Target="/ppt/notesMasters/notesMaster1.xml" Id="R05af3c6ffd4441ff"/></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03256abc6084710"/><Relationship Type="http://schemas.openxmlformats.org/officeDocument/2006/relationships/notesMaster" Target="/ppt/notesMasters/notesMaster1.xml" Id="R08061306e94e474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c522c8258d0448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6896060ece04565"/><Relationship Type="http://schemas.openxmlformats.org/officeDocument/2006/relationships/slideLayout" Target="/ppt/slideLayouts/slideLayout1.xml" Id="R66544bc9b5f14931"/></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544bc9b5f149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db8d33af94884719"/><Relationship Type="http://schemas.openxmlformats.org/officeDocument/2006/relationships/image" Target="/ppt/media/image.png" Id="Raff59ecabf4c48c3"/><Relationship Type="http://schemas.openxmlformats.org/officeDocument/2006/relationships/notesSlide" Target="/ppt/notesSlides/notesSlide1.xml" Id="Raf316d8de6974fe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76597a761b34202"/><Relationship Type="http://schemas.openxmlformats.org/officeDocument/2006/relationships/notesSlide" Target="/ppt/notesSlides/notesSlide2.xml" Id="Rce715b8d6e4f471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2820363272c44a5"/><Relationship Type="http://schemas.openxmlformats.org/officeDocument/2006/relationships/chart" Target="/ppt/slides/charts/chart1.xml" Id="Re9af9bdd0d1b429f"/><Relationship Type="http://schemas.openxmlformats.org/officeDocument/2006/relationships/notesSlide" Target="/ppt/notesSlides/notesSlide3.xml" Id="R3a08831e2bf8456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2acbc16cec24724"/><Relationship Type="http://schemas.openxmlformats.org/officeDocument/2006/relationships/notesSlide" Target="/ppt/notesSlides/notesSlide4.xml" Id="R5b7e5c1047094ce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21d1cababf84e59"/><Relationship Type="http://schemas.openxmlformats.org/officeDocument/2006/relationships/notesSlide" Target="/ppt/notesSlides/notesSlide5.xml" Id="R26ce992366a141b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2e227f805ac42d1"/><Relationship Type="http://schemas.openxmlformats.org/officeDocument/2006/relationships/notesSlide" Target="/ppt/notesSlides/notesSlide6.xml" Id="Rba670c21a22a457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770a1dca1324e98"/><Relationship Type="http://schemas.openxmlformats.org/officeDocument/2006/relationships/notesSlide" Target="/ppt/notesSlides/notesSlide7.xml" Id="R5b0154edf9014c0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f1fed025d0e4621"/><Relationship Type="http://schemas.openxmlformats.org/officeDocument/2006/relationships/notesSlide" Target="/ppt/notesSlides/notesSlide8.xml" Id="Rb61656e3f6404e7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12a233d2acb4c2b"/><Relationship Type="http://schemas.openxmlformats.org/officeDocument/2006/relationships/chart" Target="/ppt/slides/charts/chart2.xml" Id="Rca656ebe2566494f"/><Relationship Type="http://schemas.openxmlformats.org/officeDocument/2006/relationships/notesSlide" Target="/ppt/notesSlides/notesSlide9.xml" Id="R37be560708b44a5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a0c9f986bbd423f"/><Relationship Type="http://schemas.openxmlformats.org/officeDocument/2006/relationships/notesSlide" Target="/ppt/notesSlides/notesSlide10.xml" Id="R416b981b30d6414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3243206e8e84257"/><Relationship Type="http://schemas.openxmlformats.org/officeDocument/2006/relationships/chart" Target="/ppt/slides/charts/chart3.xml" Id="R8ba8e7106042438a"/><Relationship Type="http://schemas.openxmlformats.org/officeDocument/2006/relationships/notesSlide" Target="/ppt/notesSlides/notesSlide11.xml" Id="R2dbd9e48d1ef43a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945381198074b44"/><Relationship Type="http://schemas.openxmlformats.org/officeDocument/2006/relationships/chart" Target="/ppt/slides/charts/chart4.xml" Id="R55169408433c4637"/><Relationship Type="http://schemas.openxmlformats.org/officeDocument/2006/relationships/notesSlide" Target="/ppt/notesSlides/notesSlide12.xml" Id="R99c93041b127432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72e5a2c49d04bd7"/><Relationship Type="http://schemas.openxmlformats.org/officeDocument/2006/relationships/chart" Target="/ppt/slides/charts/chart5.xml" Id="R00e05b1e84914a31"/><Relationship Type="http://schemas.openxmlformats.org/officeDocument/2006/relationships/notesSlide" Target="/ppt/notesSlides/notesSlide13.xml" Id="Rc56541e4bf534184"/></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d55d1f8855443d7"/><Relationship Type="http://schemas.openxmlformats.org/officeDocument/2006/relationships/chart" Target="/ppt/slides/charts/chart6.xml" Id="R7dd164aaa53c4210"/><Relationship Type="http://schemas.openxmlformats.org/officeDocument/2006/relationships/notesSlide" Target="/ppt/notesSlides/notesSlide14.xml" Id="Rf286721836fe495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a8cb158753e44d3"/><Relationship Type="http://schemas.openxmlformats.org/officeDocument/2006/relationships/notesSlide" Target="/ppt/notesSlides/notesSlide15.xml" Id="R4f8845b41c984ab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4dd378188f24707"/><Relationship Type="http://schemas.openxmlformats.org/officeDocument/2006/relationships/notesSlide" Target="/ppt/notesSlides/notesSlide16.xml" Id="R7e3cc7cd35a9485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fddee76ee3a45b0"/><Relationship Type="http://schemas.openxmlformats.org/officeDocument/2006/relationships/notesSlide" Target="/ppt/notesSlides/notesSlide17.xml" Id="Rf9664465d00f47f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9dbab1e6b0049ef"/><Relationship Type="http://schemas.openxmlformats.org/officeDocument/2006/relationships/notesSlide" Target="/ppt/notesSlides/notesSlide18.xml" Id="R8d7ed6feb06443ab"/></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13681eebd6f4b65"/><Relationship Type="http://schemas.openxmlformats.org/officeDocument/2006/relationships/notesSlide" Target="/ppt/notesSlides/notesSlide19.xml" Id="R3f0dab0f41e64ab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90e6ec5194ce4017"/><Relationship Type="http://schemas.openxmlformats.org/officeDocument/2006/relationships/notesSlide" Target="/ppt/notesSlides/notesSlide20.xml" Id="R71d40e31b8b4441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3a034034fe684304"/><Relationship Type="http://schemas.openxmlformats.org/officeDocument/2006/relationships/notesSlide" Target="/ppt/notesSlides/notesSlide21.xml" Id="R9cc45d0eeb7448d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739d1bc610c4fe9"/><Relationship Type="http://schemas.openxmlformats.org/officeDocument/2006/relationships/notesSlide" Target="/ppt/notesSlides/notesSlide22.xml" Id="Rbd7ec9f753cd4dff"/></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84801A7-48CB-4341-8D1F-489A0ADDD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ff59ecabf4c48c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07E0F38-487F-4D33-9596-404BFAAE830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D2F9C46F-6EEC-4AEA-936A-03DAF0994F97}"/>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60991E26-76DF-4DDD-A0A0-D41742DD390F}"/>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7F27374D-CCF0-49B8-8FAA-88999E99C366}"/>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369FBBCB-BE43-4299-904E-3F2CCB755CF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9D1272B3-2B52-4DCD-83B4-67DAEFB2A686}"/>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094433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1001E3ED-17A8-41A8-BC82-578B647FCE9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292C212F-1855-4BF4-9A7D-06B0260952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ED1B8758-32E4-4566-8F03-8D1E5907EA8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E1EA0038-ED4D-427C-99D4-E6EAA13A8DC0}"/>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D34AFA99-427E-4252-9849-5BF568440D7E}"/>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57BE4A82-69F8-4CC3-9D67-DDB4C1B911E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781172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BB1E4FEB-FD6E-4376-8959-63D3BD5F024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49ABF22F-FB0E-41DC-8BF2-7377337660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3296655-FDE4-4B65-8846-0AD27A62A3B8}"/>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e9af9bdd0d1b429f"/>
          </a:graphicData>
        </a:graphic>
      </p:graphicFrame>
      <p:sp>
        <p:nvSpPr>
          <p:cNvPr id="5" name="0,014">
            <a:extLst xmlns:a="http://schemas.openxmlformats.org/drawingml/2006/main">
              <a:ext uri="{FF2B5EF4-FFF2-40B4-BE49-F238E27FC236}">
                <a16:creationId xmlns:a16="http://schemas.microsoft.com/office/drawing/2014/main" id="{497CC34F-8008-478E-A1F7-CC33628C562C}"/>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7EEEA38C-B697-4AC2-8DE5-A351397FE4B4}"/>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F7F59F-CD2C-4AD8-83D8-0187306FBDE9}"/>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7B10EF8F-6A48-4F9F-8E2B-69C43F51EA25}"/>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C72755B6-9D07-4911-95D9-1FE6BFAA63E8}"/>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737104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CE0D2A69-F61D-479E-88C1-DFF295CA8A5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9CE52220-C037-403F-AF6C-676772E740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F12EFE1A-E12A-484B-90A4-AD515BFC40C3}"/>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988E4386-1F27-42AD-927D-B6183174500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FCF46330-1550-4D1C-8DD3-EBF1E95D3E80}"/>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6191081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1BBA2DDF-B33C-46D9-B4E5-5B0DE6AF8D7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CA5E2A39-CFF6-4712-81E3-EF8F2B7456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424E4F0C-ACEB-4C9C-9A52-1EA5990999E9}"/>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B33A702E-FC6E-4E33-8951-0EB3D25AAFC5}"/>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9D0DE0DC-923E-41D1-B3A7-5ABA8718C5DE}"/>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487FBEC6-BCD5-43DB-819C-1F32D154D4F5}"/>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B9406972-6D7F-444C-9BFE-9677CF02693C}"/>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0D057E64-9F16-4235-A157-24976FA1E79D}"/>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835CE753-B7C1-4A05-970A-D2B1FB5C8212}"/>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AA94F792-A4FB-4843-BF52-24C7585522ED}"/>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8AF1F29A-8126-4AAF-AA41-F623048A74F1}"/>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D0A7E0D9-DFAD-48F7-A27B-B37BC2F49D9A}"/>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D58057F-8CC6-47B1-B01B-041386D438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44973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EF40577-B2A6-48C3-AD8B-7071DC52346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40F9CA2-1DD0-47C9-9AD8-45C4A4B9ED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7993750F-D57D-457E-B137-6FBD8BE005F8}"/>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B0E5325F-8F1A-4F26-A324-0DAC63644EE5}"/>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E212B53C-5A05-4626-BB7B-CB5A197EDB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F8504E8A-5A54-4862-A3B3-851286B55766}"/>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052515D9-3838-4384-A4EB-F032EE15FD04}"/>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C32F8C7B-4E51-4B3E-94EA-25A651E3119A}"/>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141E250-D5A1-4422-BE1F-7A6BE573B7B8}"/>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2DAC0AB-7ACD-41B9-833E-602BE4A72A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580664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30ED6808-7E99-441C-93B5-5AE07B98BF8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2082D385-A0AB-456B-A37F-3E41B931ED3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E3C67E06-5A24-4537-980F-2AEC8EE46FCD}"/>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C6D237B2-3B6B-408B-A81A-886FCDDD20BB}"/>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6DF1928-BCB4-47ED-9F17-A934DE5F549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882B2C10-35E4-4A5F-A108-4B9C8C70B13A}"/>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948F67A9-2C84-411C-88E2-09FA1DDEE2D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4870208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6AB3B856-46B0-458D-ACBB-E25C028AF9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74F9B10D-F718-461B-9833-E6696D80DD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277BEDB2-FD94-45DE-B7C6-0FC4315C6133}"/>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EC0B4E8-531D-4C4A-9C5F-EE858531BF3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773F929-B8CC-49C9-9B38-EDDF127B7C5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6CAD5E04-619C-4B8D-8900-4D6689C403F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20DF129-86C8-46D8-990A-0D28836855C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D1A951FF-397F-4FE4-9259-DAE19485CC11}"/>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8F8248C5-8492-428D-A65E-06931E2E1BD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42A9ED65-58C9-4128-A11E-1DC266D7B23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3F505523-EEC6-4972-8759-D311DF4E79A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7515A507-1E21-4A49-A72B-C431134D26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3443062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EA1F1836-B81F-4AAC-89B9-79E10A492A5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7EB351C-36CD-44B4-99BF-97C82D1060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8D129189-FFF9-4A18-ACD5-A52DB216D232}"/>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ca656ebe2566494f"/>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53B5B1B1-AFE0-436E-ABCF-8F8998AE9E9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1669B7F1-8E4A-4495-8B4F-20E37612F8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2852426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584F4248-DABA-40B7-90A4-89D4FF1BF89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648A3FBC-039A-458A-8CE0-12B2F47302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149D7DCC-2636-4EAD-BC15-E0FD9BE94A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EB5EDC31-C0FB-45E3-AEEC-5DE37740364C}"/>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AC56E36B-0851-4D32-9E02-23A49E832816}"/>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D87FF35-77D2-4B17-915D-C081C92E2AC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45A1CB9-562A-4850-B2FB-3B167B842667}"/>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DABAD990-20B9-43FD-92F4-A6F614EEC4F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7C7D64EB-7E89-46F6-9294-C2CD9B2409EC}"/>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E62EE4B-FB97-40BA-AD22-917D98FB62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97552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B9AA7AB7-242E-4CB9-BD6F-B6E9BA0E1D9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8FA5D6C-8233-4C56-B43A-96A1AC7A84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5038D33-BB29-471B-98DC-24866E27DDB7}"/>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ba8e7106042438a"/>
          </a:graphicData>
        </a:graphic>
      </p:graphicFrame>
      <p:sp>
        <p:nvSpPr>
          <p:cNvPr id="5" name="0,907">
            <a:extLst xmlns:a="http://schemas.openxmlformats.org/drawingml/2006/main">
              <a:ext uri="{FF2B5EF4-FFF2-40B4-BE49-F238E27FC236}">
                <a16:creationId xmlns:a16="http://schemas.microsoft.com/office/drawing/2014/main" id="{D201E280-8A34-40FE-92D4-85234607BD0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E59AADF-4EB4-421E-A09E-4E1ACFB903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55A6D6C-E7C9-4E62-BACE-AB4A6F3E85B3}"/>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34B641C-B069-454D-9C6A-DDA7E7DD9D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CFD1B5D2-8807-4CBA-A4F7-3A6AEB2F6E42}"/>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D8A47321-F320-45AA-856A-07F49DF7713A}"/>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991627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E0D9ABE-C0FB-48A6-B292-ECCCB3569AE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088EF2F1-7560-44CA-95CC-C49A38D2CDA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C135BD45-ADE6-49EB-B10C-78C1956D91D9}"/>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F5673EB-99AD-49D1-85E4-28B45C968BF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5169408433c4637"/>
          </a:graphicData>
        </a:graphic>
      </p:graphicFrame>
      <p:sp>
        <p:nvSpPr>
          <p:cNvPr id="6" name="451,5">
            <a:extLst xmlns:a="http://schemas.openxmlformats.org/drawingml/2006/main">
              <a:ext uri="{FF2B5EF4-FFF2-40B4-BE49-F238E27FC236}">
                <a16:creationId xmlns:a16="http://schemas.microsoft.com/office/drawing/2014/main" id="{D7D60D49-51C9-47D1-8F0F-5F1FE36F406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4A254F7A-22D0-4584-A9B4-5C85B2D3900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264BD2A-0DA3-4F0E-8017-26BC59EC7B4F}"/>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C6C4629D-1DD8-43D4-8056-6FFBD8D11F1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648EF934-93B8-4A19-87F2-B3CF5CF1E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8012751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C51F29B0-92F7-4B82-95A6-77019FF0DEE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2CD50CE2-9527-4840-A96D-9E884D1635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8C56C6A-2091-41FA-AE54-7FDA2099BFFF}"/>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0D1E42D3-6A29-4604-92DA-50CF2DED86A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0e05b1e84914a31"/>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7F6C4E0B-AB09-46F9-B855-8AE2EB9C3F98}"/>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93F9FCDF-FAA8-48ED-BC48-2EA666863547}"/>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5020895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B2A75F9F-8A36-47A0-8C75-2AC9C7BB84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6D1B902A-C596-4410-9FDE-7D561E5C88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281E97EB-C6CB-4107-9B7C-2166C3CCDE17}"/>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A9E0BF32-D42C-4DC5-9B02-3C7B36C2EA82}"/>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7dd164aaa53c4210"/>
          </a:graphicData>
        </a:graphic>
      </p:graphicFrame>
      <p:sp>
        <p:nvSpPr>
          <p:cNvPr id="6" name="14,4%">
            <a:extLst xmlns:a="http://schemas.openxmlformats.org/drawingml/2006/main">
              <a:ext uri="{FF2B5EF4-FFF2-40B4-BE49-F238E27FC236}">
                <a16:creationId xmlns:a16="http://schemas.microsoft.com/office/drawing/2014/main" id="{7F73E0E4-EAFD-4BE8-8519-82CB2BDA535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27041300-9031-45D6-BA1C-120EEC64A1C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DE0D2FF6-5AEC-465A-9DDA-F4E7EE5B5D5E}"/>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ADE8AB75-7B87-48E7-9886-0B6687B5650F}"/>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1C562AF-A37A-4841-94DD-1F74E4E6518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B6C91596-FBAF-4757-B290-5AFA1170112D}"/>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880729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F239476B-EA56-4147-AF8D-27ECCC783DC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44C57BFD-6928-4046-9285-1183A08566C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43463C45-9784-4C18-ACD5-672053A58A5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267BDA86-E944-46E9-91D5-75430A895756}"/>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4609AE38-D0A0-4633-8EA3-A8D1D0FD2071}"/>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CB92E1DB-DDF8-44AF-8302-5B0A71DBC484}"/>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746DFB57-84C7-45F3-BDE7-624C8C9B9FD2}"/>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E1BDEFF2-1697-457C-9CAE-99156B0FE4C1}"/>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488BF62A-12D5-43D4-9C04-A44B36D00E0C}"/>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E70A209-F369-4964-80CE-C8B46DB142C1}"/>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ECD4A135-7ACA-430C-8B0B-FCA91813DB03}"/>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157F5B03-5CD1-48C2-B852-361ED454A4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4787599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936C2727-C7B9-40BB-9ADE-E88DC798279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B6624B62-DD74-4785-8B8E-36A1BDAE17E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E526A663-3806-4234-87CC-B3E3D217F3D4}"/>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65BB12E1-560A-42A5-B3DA-7668E326909B}"/>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C7360575-8954-4134-BCA5-40A7E15DC89E}"/>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CA0DB2A6-0069-4004-BE7F-71A28B3D74B4}"/>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4E303F39-42E5-4770-BE49-B86474B5512E}"/>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D785C0D-30CA-4481-9043-11A9820313F5}"/>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EB2EBE76-D105-4405-899B-67B812BC17CF}"/>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53465A11-439B-4B57-8EDC-330F9FC50EF7}"/>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DFA089F9-B162-473C-9CE7-6C9F51E75710}"/>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741685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B7F5785B-32E6-4377-A95F-167C9FFCFD4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BB79C541-C67F-45DC-9E57-1109C6B70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2CB3AFE2-29A8-433C-86E2-FC8DF0A53EA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E7AC5EAE-3D21-470B-B5BF-A09D0995A22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1600889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8A657448-41C0-40BB-948F-B6A8DD4C9A6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119CA217-B0A1-4397-863D-386EECFA606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F7934B03-D018-442C-BAFF-3C7151E7E96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8FA2CF-3916-4133-BF35-4547C5724A50}"/>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2CF103-E509-4DD0-AF43-F59BBFB1F1F3}"/>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141AAD45-F7F3-470C-8DA4-C2901A38947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C0B2C231-C43F-4B07-8C23-CAF01D48DC8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AE1B5CBE-A650-435D-986B-B601F3739A45}"/>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4C02AE14-ACA3-4264-BEEF-7D82129B6152}"/>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EC28BCE-0CB1-437A-8834-AF1D40223B6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8D7E6DE-19DE-4D91-A88E-4DEBD272A35F}"/>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5FD8DE8-8325-4FE3-B364-339DC327E1C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607808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43053AA4-3F79-4375-96B7-48CC5BC868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CA53622-2B6A-44A9-8BF4-3C6F791383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1534B44D-7C71-4ED1-8079-A7A6912C6A72}"/>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7354639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446FEE10-B3FB-49F3-A7A9-AFDAA3B9EB8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60C05389-838C-4D92-96FE-C1E86A3F75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1F296222-EC39-4B1F-8424-DCA9DA83C1A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96AE58C-E217-4493-A1FE-5FDFBB2948C1}"/>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1337AA53-F964-4BE4-9B44-B1F11AC31AA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DED44EDB-22A2-4040-9B40-3FE9B3ED7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4106508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5EBEF75B-4657-4D41-996C-DC6DB4CEBDF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0244CB32-626F-4CD6-84DB-5A8E669A2A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41E6627-7C67-4DA3-B3B1-B1DB0A90B532}"/>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2E550E2D-D305-49AC-93BE-3DD23714BEFC}"/>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17111158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0BD89066-E97A-43B4-9D11-48A70903048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FAC572B2-4595-465C-BEA0-EDF518A2B5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BDB4EA55-2CDD-4BA9-9A5A-8FFFCF9CB8AA}"/>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56D21716-E63B-4479-838B-C3D1CB1755C6}"/>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8D59F4ED-57DF-4AB6-A4E5-A3E22158145A}"/>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53BDB2F7-F55B-4C6D-A3CB-2CBA78ADF508}"/>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DD7DA4C4-7B94-45F7-B371-4E4812155774}"/>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C69381EE-E8A0-4852-8F3E-7FE5C72E4972}"/>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0C63C5EE-6481-40D0-B580-5ADB41D090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08988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