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1724523ee81e4e09"/><Relationship Type="http://schemas.openxmlformats.org/officeDocument/2006/relationships/extended-properties" Target="/docProps/app.xml" Id="R96d0ef0eb48843d9"/><Relationship Type="http://schemas.openxmlformats.org/officeDocument/2006/relationships/officeDocument" Target="/ppt/presentation.xml" Id="R225cb14fa38a4176"/></Relationships>
</file>

<file path=ppt/presentation.xml><?xml version="1.0" encoding="utf-8"?>
<p:presentation xmlns:p="http://schemas.openxmlformats.org/presentationml/2006/main">
  <p:sldMasterIdLst>
    <p:sldMasterId xmlns:r="http://schemas.openxmlformats.org/officeDocument/2006/relationships" id="2147483648" r:id="Rf72ce22fe950428e"/>
  </p:sldMasterIdLst>
  <p:notesMasterIdLst>
    <p:notesMasterId xmlns:r="http://schemas.openxmlformats.org/officeDocument/2006/relationships" r:id="R19c1cb13e1eb4e39"/>
  </p:notesMasterIdLst>
  <p:sldIdLst>
    <p:sldId xmlns:r="http://schemas.openxmlformats.org/officeDocument/2006/relationships" id="256" r:id="R628fe56b06ad4df9"/>
    <p:sldId xmlns:r="http://schemas.openxmlformats.org/officeDocument/2006/relationships" id="257" r:id="R0b957699034d401d"/>
    <p:sldId xmlns:r="http://schemas.openxmlformats.org/officeDocument/2006/relationships" id="258" r:id="R7953547fcfd749ab"/>
    <p:sldId xmlns:r="http://schemas.openxmlformats.org/officeDocument/2006/relationships" id="259" r:id="R7e96000e1dd7497d"/>
    <p:sldId xmlns:r="http://schemas.openxmlformats.org/officeDocument/2006/relationships" id="260" r:id="R6437142c8d8f4d2c"/>
    <p:sldId xmlns:r="http://schemas.openxmlformats.org/officeDocument/2006/relationships" id="261" r:id="Re7cc379cca5a434b"/>
    <p:sldId xmlns:r="http://schemas.openxmlformats.org/officeDocument/2006/relationships" id="262" r:id="R34716dd7a5be47e8"/>
    <p:sldId xmlns:r="http://schemas.openxmlformats.org/officeDocument/2006/relationships" id="263" r:id="Re486dff4efb74207"/>
    <p:sldId xmlns:r="http://schemas.openxmlformats.org/officeDocument/2006/relationships" id="264" r:id="R3fabb81798e5425c"/>
    <p:sldId xmlns:r="http://schemas.openxmlformats.org/officeDocument/2006/relationships" id="265" r:id="Rf341a0aea84546b9"/>
    <p:sldId xmlns:r="http://schemas.openxmlformats.org/officeDocument/2006/relationships" id="266" r:id="R06534fac0a624f6a"/>
    <p:sldId xmlns:r="http://schemas.openxmlformats.org/officeDocument/2006/relationships" id="267" r:id="R1adf446e632c4fcd"/>
    <p:sldId xmlns:r="http://schemas.openxmlformats.org/officeDocument/2006/relationships" id="268" r:id="R935a753a5f1745a2"/>
    <p:sldId xmlns:r="http://schemas.openxmlformats.org/officeDocument/2006/relationships" id="269" r:id="R3bd339b0b22d46f6"/>
    <p:sldId xmlns:r="http://schemas.openxmlformats.org/officeDocument/2006/relationships" id="270" r:id="R84fce82a25424793"/>
    <p:sldId xmlns:r="http://schemas.openxmlformats.org/officeDocument/2006/relationships" id="271" r:id="Rc1d3d63239be476b"/>
    <p:sldId xmlns:r="http://schemas.openxmlformats.org/officeDocument/2006/relationships" id="272" r:id="Rdf57796b66b44b81"/>
    <p:sldId xmlns:r="http://schemas.openxmlformats.org/officeDocument/2006/relationships" id="273" r:id="R12dc6398e8a745a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73d1310c541f49d6"/><Relationship Type="http://schemas.openxmlformats.org/officeDocument/2006/relationships/slideMaster" Target="/ppt/slideMasters/slideMaster1.xml" Id="Rf72ce22fe950428e"/><Relationship Type="http://schemas.openxmlformats.org/officeDocument/2006/relationships/notesMaster" Target="/ppt/notesMasters/notesMaster1.xml" Id="R19c1cb13e1eb4e39"/><Relationship Type="http://schemas.openxmlformats.org/officeDocument/2006/relationships/presProps" Target="/ppt/presProps.xml" Id="Rb056d882efb34bc8"/><Relationship Type="http://schemas.openxmlformats.org/officeDocument/2006/relationships/tableStyles" Target="/ppt/tableStyles.xml" Id="Rb54e56174c804558"/><Relationship Type="http://schemas.openxmlformats.org/officeDocument/2006/relationships/slide" Target="/ppt/slides/slide1.xml" Id="R628fe56b06ad4df9"/><Relationship Type="http://schemas.openxmlformats.org/officeDocument/2006/relationships/slide" Target="/ppt/slides/slide2.xml" Id="R0b957699034d401d"/><Relationship Type="http://schemas.openxmlformats.org/officeDocument/2006/relationships/slide" Target="/ppt/slides/slide3.xml" Id="R7953547fcfd749ab"/><Relationship Type="http://schemas.openxmlformats.org/officeDocument/2006/relationships/slide" Target="/ppt/slides/slide4.xml" Id="R7e96000e1dd7497d"/><Relationship Type="http://schemas.openxmlformats.org/officeDocument/2006/relationships/slide" Target="/ppt/slides/slide5.xml" Id="R6437142c8d8f4d2c"/><Relationship Type="http://schemas.openxmlformats.org/officeDocument/2006/relationships/slide" Target="/ppt/slides/slide6.xml" Id="Re7cc379cca5a434b"/><Relationship Type="http://schemas.openxmlformats.org/officeDocument/2006/relationships/slide" Target="/ppt/slides/slide7.xml" Id="R34716dd7a5be47e8"/><Relationship Type="http://schemas.openxmlformats.org/officeDocument/2006/relationships/slide" Target="/ppt/slides/slide8.xml" Id="Re486dff4efb74207"/><Relationship Type="http://schemas.openxmlformats.org/officeDocument/2006/relationships/slide" Target="/ppt/slides/slide9.xml" Id="R3fabb81798e5425c"/><Relationship Type="http://schemas.openxmlformats.org/officeDocument/2006/relationships/slide" Target="/ppt/slides/slide10.xml" Id="Rf341a0aea84546b9"/><Relationship Type="http://schemas.openxmlformats.org/officeDocument/2006/relationships/slide" Target="/ppt/slides/slide11.xml" Id="R06534fac0a624f6a"/><Relationship Type="http://schemas.openxmlformats.org/officeDocument/2006/relationships/slide" Target="/ppt/slides/slide12.xml" Id="R1adf446e632c4fcd"/><Relationship Type="http://schemas.openxmlformats.org/officeDocument/2006/relationships/slide" Target="/ppt/slides/slide13.xml" Id="R935a753a5f1745a2"/><Relationship Type="http://schemas.openxmlformats.org/officeDocument/2006/relationships/slide" Target="/ppt/slides/slide14.xml" Id="R3bd339b0b22d46f6"/><Relationship Type="http://schemas.openxmlformats.org/officeDocument/2006/relationships/slide" Target="/ppt/slides/slide15.xml" Id="R84fce82a25424793"/><Relationship Type="http://schemas.openxmlformats.org/officeDocument/2006/relationships/slide" Target="/ppt/slides/slide16.xml" Id="Rc1d3d63239be476b"/><Relationship Type="http://schemas.openxmlformats.org/officeDocument/2006/relationships/slide" Target="/ppt/slides/slide17.xml" Id="Rdf57796b66b44b81"/><Relationship Type="http://schemas.openxmlformats.org/officeDocument/2006/relationships/slide" Target="/ppt/slides/slide18.xml" Id="R12dc6398e8a745a7"/></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6669d5f7218d4c39"/></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6bdd82c0edb94a28"/><Relationship Type="http://schemas.openxmlformats.org/officeDocument/2006/relationships/notesMaster" Target="/ppt/notesMasters/notesMaster1.xml" Id="R5d9d70fb632d41cb"/></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91c3d0363864862"/><Relationship Type="http://schemas.openxmlformats.org/officeDocument/2006/relationships/notesMaster" Target="/ppt/notesMasters/notesMaster1.xml" Id="Radf802acc7754db5"/></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4df8c4af63b6444c"/><Relationship Type="http://schemas.openxmlformats.org/officeDocument/2006/relationships/notesMaster" Target="/ppt/notesMasters/notesMaster1.xml" Id="R17b78e7f5dfd47cb"/></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04aeb9bb69db46a0"/><Relationship Type="http://schemas.openxmlformats.org/officeDocument/2006/relationships/notesMaster" Target="/ppt/notesMasters/notesMaster1.xml" Id="R79043e850faf420e"/></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4b387726d29a4c8a"/><Relationship Type="http://schemas.openxmlformats.org/officeDocument/2006/relationships/notesMaster" Target="/ppt/notesMasters/notesMaster1.xml" Id="R04121acabe044d4c"/></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dd4a1ba092ad43f9"/><Relationship Type="http://schemas.openxmlformats.org/officeDocument/2006/relationships/notesMaster" Target="/ppt/notesMasters/notesMaster1.xml" Id="R32e00522bedd4298"/></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16ca668612d14460"/><Relationship Type="http://schemas.openxmlformats.org/officeDocument/2006/relationships/notesMaster" Target="/ppt/notesMasters/notesMaster1.xml" Id="Ra1a488a993c34760"/></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c47ef5c4ac954932"/><Relationship Type="http://schemas.openxmlformats.org/officeDocument/2006/relationships/notesMaster" Target="/ppt/notesMasters/notesMaster1.xml" Id="R50a5ac877e29443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4c8f59f2c52b43e1"/><Relationship Type="http://schemas.openxmlformats.org/officeDocument/2006/relationships/notesMaster" Target="/ppt/notesMasters/notesMaster1.xml" Id="Reff5c83c06c14bf9"/></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293062ee8670494e"/><Relationship Type="http://schemas.openxmlformats.org/officeDocument/2006/relationships/notesMaster" Target="/ppt/notesMasters/notesMaster1.xml" Id="R5ef1b8e9cc07487d"/></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56c684a9d5f04ebe"/><Relationship Type="http://schemas.openxmlformats.org/officeDocument/2006/relationships/notesMaster" Target="/ppt/notesMasters/notesMaster1.xml" Id="Rcd862030569d4fb6"/></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7606cdb1e0541f3"/><Relationship Type="http://schemas.openxmlformats.org/officeDocument/2006/relationships/notesMaster" Target="/ppt/notesMasters/notesMaster1.xml" Id="R17ce8c54f45a4001"/></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d8b5e0664ad4cbe"/><Relationship Type="http://schemas.openxmlformats.org/officeDocument/2006/relationships/notesMaster" Target="/ppt/notesMasters/notesMaster1.xml" Id="R90919726571048c6"/></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f2aeb2f258f3497c"/><Relationship Type="http://schemas.openxmlformats.org/officeDocument/2006/relationships/notesMaster" Target="/ppt/notesMasters/notesMaster1.xml" Id="R2574dd24cbbb4921"/></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1b4df5b9a2aa4354"/><Relationship Type="http://schemas.openxmlformats.org/officeDocument/2006/relationships/notesMaster" Target="/ppt/notesMasters/notesMaster1.xml" Id="Rfd021c2e0bbf4aaa"/></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d27813d4bbb94f4f"/><Relationship Type="http://schemas.openxmlformats.org/officeDocument/2006/relationships/notesMaster" Target="/ppt/notesMasters/notesMaster1.xml" Id="R7f5ab6b015514916"/></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ce6349dd9f0a4844"/><Relationship Type="http://schemas.openxmlformats.org/officeDocument/2006/relationships/notesMaster" Target="/ppt/notesMasters/notesMaster1.xml" Id="Rfefd0071207c4cfa"/></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cb98364d0b8e4257"/><Relationship Type="http://schemas.openxmlformats.org/officeDocument/2006/relationships/notesMaster" Target="/ppt/notesMasters/notesMaster1.xml" Id="Rc5cebf41b32f4e76"/></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0634c9812ddd471d"/></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54570f0c65964da4"/><Relationship Type="http://schemas.openxmlformats.org/officeDocument/2006/relationships/slideLayout" Target="/ppt/slideLayouts/slideLayout1.xml" Id="R5309e9a1bc5246a8"/></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09e9a1bc5246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704441ce14d4423e"/><Relationship Type="http://schemas.openxmlformats.org/officeDocument/2006/relationships/image" Target="/ppt/media/image.png" Id="Rd0a32030edf04d09"/><Relationship Type="http://schemas.openxmlformats.org/officeDocument/2006/relationships/notesSlide" Target="/ppt/notesSlides/notesSlide1.xml" Id="Raa3a711c0aab46ce"/></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5dc69f83f5fa4375"/><Relationship Type="http://schemas.openxmlformats.org/officeDocument/2006/relationships/notesSlide" Target="/ppt/notesSlides/notesSlide2.xml" Id="Rfd0ddfc02b89400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9357de8521844e51"/><Relationship Type="http://schemas.openxmlformats.org/officeDocument/2006/relationships/notesSlide" Target="/ppt/notesSlides/notesSlide3.xml" Id="Rdd0bfd2d5bd94542"/></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2027617613334ba1"/><Relationship Type="http://schemas.openxmlformats.org/officeDocument/2006/relationships/notesSlide" Target="/ppt/notesSlides/notesSlide4.xml" Id="Re16b19c57e8b4dad"/></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217dfa86dd404459"/><Relationship Type="http://schemas.openxmlformats.org/officeDocument/2006/relationships/notesSlide" Target="/ppt/notesSlides/notesSlide5.xml" Id="R5cd0991a39004456"/></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c0781c958257431d"/><Relationship Type="http://schemas.openxmlformats.org/officeDocument/2006/relationships/chart" Target="/ppt/slides/charts/chart1.xml" Id="Re758aed37fb64ee3"/><Relationship Type="http://schemas.openxmlformats.org/officeDocument/2006/relationships/notesSlide" Target="/ppt/notesSlides/notesSlide6.xml" Id="R0333a3e0eeb54c9f"/></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8c3bccf5b3f14032"/><Relationship Type="http://schemas.openxmlformats.org/officeDocument/2006/relationships/notesSlide" Target="/ppt/notesSlides/notesSlide7.xml" Id="Rb7a9062c09844944"/></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750c8b7d0b9249c0"/><Relationship Type="http://schemas.openxmlformats.org/officeDocument/2006/relationships/chart" Target="/ppt/slides/charts/chart2.xml" Id="Rc70c30510a974a38"/><Relationship Type="http://schemas.openxmlformats.org/officeDocument/2006/relationships/notesSlide" Target="/ppt/notesSlides/notesSlide8.xml" Id="Rd2d6be269b76480b"/></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1fdf350941504f93"/><Relationship Type="http://schemas.openxmlformats.org/officeDocument/2006/relationships/chart" Target="/ppt/slides/charts/chart3.xml" Id="R20db1808736e4812"/><Relationship Type="http://schemas.openxmlformats.org/officeDocument/2006/relationships/notesSlide" Target="/ppt/notesSlides/notesSlide9.xml" Id="R596d0ce4f97840c0"/></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1a4837b179ae4a94"/><Relationship Type="http://schemas.openxmlformats.org/officeDocument/2006/relationships/chart" Target="/ppt/slides/charts/chart4.xml" Id="R29de8326340c43c1"/><Relationship Type="http://schemas.openxmlformats.org/officeDocument/2006/relationships/notesSlide" Target="/ppt/notesSlides/notesSlide10.xml" Id="R813fa4464fd84961"/></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67d2ad1a68bf410e"/><Relationship Type="http://schemas.openxmlformats.org/officeDocument/2006/relationships/chart" Target="/ppt/slides/charts/chart5.xml" Id="Re8a1bc92a25a4252"/><Relationship Type="http://schemas.openxmlformats.org/officeDocument/2006/relationships/notesSlide" Target="/ppt/notesSlides/notesSlide11.xml" Id="Re797f27666e74e7b"/></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ca6eaf2aea8f45b2"/><Relationship Type="http://schemas.openxmlformats.org/officeDocument/2006/relationships/notesSlide" Target="/ppt/notesSlides/notesSlide12.xml" Id="R9dcf09148cf644e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d602222ec0e94344"/><Relationship Type="http://schemas.openxmlformats.org/officeDocument/2006/relationships/notesSlide" Target="/ppt/notesSlides/notesSlide13.xml" Id="Rf82153dde2d644ad"/></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fe30235b17b04366"/><Relationship Type="http://schemas.openxmlformats.org/officeDocument/2006/relationships/notesSlide" Target="/ppt/notesSlides/notesSlide14.xml" Id="R5a40d5206e374c6a"/></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e88e9df0689a4376"/><Relationship Type="http://schemas.openxmlformats.org/officeDocument/2006/relationships/notesSlide" Target="/ppt/notesSlides/notesSlide15.xml" Id="R66da8dd11434490b"/></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535a30924274e17"/><Relationship Type="http://schemas.openxmlformats.org/officeDocument/2006/relationships/notesSlide" Target="/ppt/notesSlides/notesSlide16.xml" Id="R33c60004155b400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a13b8540d0174207"/><Relationship Type="http://schemas.openxmlformats.org/officeDocument/2006/relationships/notesSlide" Target="/ppt/notesSlides/notesSlide17.xml" Id="Rae61a2538ed1422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fc963e3f57cc4ab9"/><Relationship Type="http://schemas.openxmlformats.org/officeDocument/2006/relationships/notesSlide" Target="/ppt/notesSlides/notesSlide18.xml" Id="R59d13630899d4f2c"/></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Human judgments</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RRF minus E5</c:v>
          </c:tx>
          <c:spPr>
            <a:solidFill xmlns:a="http://schemas.openxmlformats.org/drawingml/2006/main">
              <a:srgbClr val="C95236"/>
            </a:solidFill>
            <a:ln xmlns:a="http://schemas.openxmlformats.org/drawingml/2006/main" w="0">
              <a:noFill/>
            </a:ln>
          </c:spPr>
          <c:invertIfNegative val="0"/>
          <c:errBars>
            <c:errDir val="x"/>
            <c:errBarType val="both"/>
            <c:errValType val="cust"/>
            <c:noEndCap val="0"/>
            <c:plus>
              <c:numLit>
                <c:formatCode>0.00000000</c:formatCode>
                <c:ptCount val="5"/>
                <c:pt idx="0">
                  <c:v>0.00070510</c:v>
                </c:pt>
                <c:pt idx="1">
                  <c:v>0.00072097</c:v>
                </c:pt>
                <c:pt idx="2">
                  <c:v>0.00071120</c:v>
                </c:pt>
                <c:pt idx="3">
                  <c:v>0.00064973</c:v>
                </c:pt>
                <c:pt idx="4">
                  <c:v>0.00069374</c:v>
                </c:pt>
              </c:numLit>
            </c:plus>
            <c:minus>
              <c:numLit>
                <c:formatCode>0.00000000</c:formatCode>
                <c:ptCount val="5"/>
                <c:pt idx="0">
                  <c:v>0.00067313</c:v>
                </c:pt>
                <c:pt idx="1">
                  <c:v>0.00070185</c:v>
                </c:pt>
                <c:pt idx="2">
                  <c:v>0.00069871</c:v>
                </c:pt>
                <c:pt idx="3">
                  <c:v>0.00064189</c:v>
                </c:pt>
                <c:pt idx="4">
                  <c:v>0.00071514</c:v>
                </c:pt>
              </c:numLit>
            </c:minus>
            <c:spPr>
              <ns0:ln xmlns:ns0="http://schemas.openxmlformats.org/drawingml/2006/main" w="22860">
                <ns0:solidFill>
                  <ns0:srgbClr val="C95236"/>
                </ns0:solidFill>
              </ns0:ln>
            </c:spPr>
          </c:errBars>
          <c:cat>
            <c:strRef>
              <c:f>'Chart Data'!$A$2:$A$6</c:f>
              <c:strCache>
                <c:ptCount val="5"/>
                <c:pt idx="0">
                  <c:v>K = 200</c:v>
                </c:pt>
                <c:pt idx="1">
                  <c:v>K = 100</c:v>
                </c:pt>
                <c:pt idx="2">
                  <c:v>K = 50</c:v>
                </c:pt>
                <c:pt idx="3">
                  <c:v>K = 30</c:v>
                </c:pt>
                <c:pt idx="4">
                  <c:v>K = 10</c:v>
                </c:pt>
              </c:strCache>
            </c:strRef>
          </c:cat>
          <c:val>
            <c:numRef>
              <c:f>'Chart Data'!$B$2:$B$6</c:f>
              <c:numCache>
                <c:formatCode>+0.0000;-0.0000;0</c:formatCode>
                <c:ptCount val="5"/>
                <c:pt idx="0">
                  <c:v>0.00883193</c:v>
                </c:pt>
                <c:pt idx="1">
                  <c:v>0.00771191</c:v>
                </c:pt>
                <c:pt idx="2">
                  <c:v>0.00854269</c:v>
                </c:pt>
                <c:pt idx="3">
                  <c:v>0.01085768</c:v>
                </c:pt>
                <c:pt idx="4">
                  <c:v>-0.01952103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40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0.02"/>
          <c:min val="-0.03"/>
        </c:scaling>
        <c:delete val="0"/>
        <c:axPos val="b"/>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F64C2AEA-6D77-44E6-8D45-33014590397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0a32030edf04d0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7EF8A0B9-99A7-40C0-9777-93E2035609ED}"/>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61122842-9E73-4566-8BD5-02C25E46F414}"/>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A4AEB89A-92AC-48D9-AC91-5BB6627E5137}"/>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E75F7BB1-EF68-4625-8BD6-EE79EFE51228}"/>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E4C206CC-C4A9-4C36-B271-C8D3EA2E5697}"/>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502200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46E43863-ECA9-4D7C-B8AF-F9465CE68EC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239C4E5D-6AA8-41FD-8402-74EB87008EF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9B3B490A-562F-41A7-B4C6-3EB04AE9C3A9}"/>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83996559-556D-47FE-A390-45DFC7CBC9C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43944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E6A2F2A4-8002-4614-B6D1-B163FDD953F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FE5FE811-E166-4AFF-90B8-8DC1D9097C7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74DD2BD6-246E-4387-B9B6-9D38ED02BDC2}"/>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D7A65CF0-A5D2-43ED-ACAE-9AF20D86F16E}"/>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86544261-6052-483A-B63C-9503EE4F15B8}"/>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1542D203-680F-4562-A3F1-B80ADEC27D90}"/>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C7DFA211-7336-4916-8C3D-70C8B4FAC0EF}"/>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DF233A5E-60DD-4E69-B339-E75E73EBECD9}"/>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4D556446-8FEE-407E-B040-73B88715DEB9}"/>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F6E1D8CD-5228-4C08-8848-983BC12B96DF}"/>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DA0DC259-E9B9-49FA-BE9A-76E3F3B2CCD2}"/>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DB8C3BF4-ABBF-4C1D-BB72-919DD9E4FCD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20418764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DCA639B0-E6C9-452E-BE1C-A5AD44DD603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3E02232B-72B1-4AA8-8F9B-8AE1223BFA9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3640532F-85D7-4C01-BEE2-C2D366906F71}"/>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1869BC7F-D0E6-4E12-850B-08C9D164529C}"/>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D61CC020-E68A-4522-8091-483B519BF404}"/>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BB15374A-7648-4A05-9C3B-DB6C50B5007F}"/>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2D7E68AD-D7A0-457E-A19D-5AB54898DFDA}"/>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0A90C7C8-F1E5-4E53-AB31-CCB4F4559D63}"/>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4DAC7AE0-5353-402A-8C48-A05FCA12F11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0380660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6535E061-7B60-4C04-8593-C9D6026FF22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3312585A-4557-44BE-8A1B-02CFB68A160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BC2F62FB-D1A5-45FB-8A7C-A994C4BB1C39}"/>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2B055108-DF02-4787-B5D3-7B85EF0A99F5}"/>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66721B3D-5D1C-4DC2-AF92-B1DA0E02B4BC}"/>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7CE5ADA7-305C-411D-928C-0DA0A4B99166}"/>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DC293689-D1D4-4192-8566-56E5D6C4ED66}"/>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840548CD-BB3E-498B-A150-DC8BFAE0D97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AD390147-361A-4080-A95D-CFB2ECFC9852}"/>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300C21C9-FDBA-4CF8-A11E-DC921632440A}"/>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73005F9F-63BB-4477-AF34-84F4628F2D2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21100360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96DCA0E7-6204-45B6-82D1-75CDE9D0D47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AD154452-F1D4-48AB-8A76-AFBF522F785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e758aed37fb64ee3"/>
          </a:graphicData>
        </a:graphic>
      </p:graphicFrame>
      <p:sp>
        <p:nvSpPr>
          <p:cNvPr id="4" name="E5 paired change: +0.391   95% CI [0.365, 0.417]">
            <a:extLst xmlns:a="http://schemas.openxmlformats.org/drawingml/2006/main">
              <a:ext uri="{FF2B5EF4-FFF2-40B4-BE49-F238E27FC236}">
                <a16:creationId xmlns:a16="http://schemas.microsoft.com/office/drawing/2014/main" id="{B6AF9EE3-787E-46E9-A1FA-5E9387C0037E}"/>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447BEB70-BB56-42E3-940B-7E2BDF2C7C2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8049776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9964B45A-8560-4EF5-8A19-D9B7F8E3174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79173468-B6A4-40C9-A228-23F7D38062A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9D51E8FB-1123-46F5-B03A-3C3313E7D7AD}"/>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351BC8B9-2B70-406F-AE44-B15AB6541463}"/>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B5C67B14-26CC-409C-BEBD-0B5FCD5DBE03}"/>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8" name="Jointly scores the two texts">
            <a:extLst xmlns:a="http://schemas.openxmlformats.org/drawingml/2006/main">
              <a:ext uri="{FF2B5EF4-FFF2-40B4-BE49-F238E27FC236}">
                <a16:creationId xmlns:a16="http://schemas.microsoft.com/office/drawing/2014/main" id="{D516529D-3EA1-4F4D-A11B-5CC17DCB9802}"/>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470F7CCB-1B27-4DF4-91EB-925330E0AD45}"/>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FCBFA559-046A-414B-B2E7-CC4211523F8A}"/>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a:extLst xmlns:a="http://schemas.openxmlformats.org/drawingml/2006/main">
              <a:ext uri="{FF2B5EF4-FFF2-40B4-BE49-F238E27FC236}">
                <a16:creationId xmlns:a16="http://schemas.microsoft.com/office/drawing/2014/main" id="{241D4A4F-97C5-47AB-BE06-3235B517C0C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8370538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DE26F7E1-62D3-4BB0-9448-F607BC2713B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A980FDB2-EDB3-41D2-A588-F4BE0980E69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c70c30510a974a38"/>
          </a:graphicData>
        </a:graphic>
      </p:graphicFrame>
      <p:sp>
        <p:nvSpPr>
          <p:cNvPr id="4" name="0.907">
            <a:extLst xmlns:a="http://schemas.openxmlformats.org/drawingml/2006/main">
              <a:ext uri="{FF2B5EF4-FFF2-40B4-BE49-F238E27FC236}">
                <a16:creationId xmlns:a16="http://schemas.microsoft.com/office/drawing/2014/main" id="{E0001B29-4118-452A-81AB-FC87959402EE}"/>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802D6AB0-BA82-4EE4-AC57-325BFE844471}"/>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1FEA6FCB-2530-4154-81E2-706CCC70D52C}"/>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729EB621-2C74-4EDF-BB5C-090802743A1D}"/>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Marked point: threshold selected on validation q">
            <a:extLst xmlns:a="http://schemas.openxmlformats.org/drawingml/2006/main">
              <a:ext uri="{FF2B5EF4-FFF2-40B4-BE49-F238E27FC236}">
                <a16:creationId xmlns:a16="http://schemas.microsoft.com/office/drawing/2014/main" id="{BA6BC7F1-DFD1-4ABE-A681-B13DFA9416FC}"/>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9" name="177 held-out manual-pool queries; 5,002 pairs. D">
            <a:extLst xmlns:a="http://schemas.openxmlformats.org/drawingml/2006/main">
              <a:ext uri="{FF2B5EF4-FFF2-40B4-BE49-F238E27FC236}">
                <a16:creationId xmlns:a16="http://schemas.microsoft.com/office/drawing/2014/main" id="{904F70C0-0A93-4FA7-B205-8F6DAD4E519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570468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94A6E19B-0D70-479E-ACE3-30D0510DCA8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7A8148C0-64A1-48B7-90E0-2983A4C1EED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1D114056-0A5B-4DF7-AC88-22B7EB40E137}"/>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20db1808736e4812"/>
          </a:graphicData>
        </a:graphic>
      </p:graphicFrame>
      <p:sp>
        <p:nvSpPr>
          <p:cNvPr id="5" name="451.5">
            <a:extLst xmlns:a="http://schemas.openxmlformats.org/drawingml/2006/main">
              <a:ext uri="{FF2B5EF4-FFF2-40B4-BE49-F238E27FC236}">
                <a16:creationId xmlns:a16="http://schemas.microsoft.com/office/drawing/2014/main" id="{3651459C-24AF-4917-9BEC-91507B8ED890}"/>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15DEB032-BC22-424F-9206-BBD13C44816C}"/>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26F0F877-6EFC-4967-A21F-BD0E58574F57}"/>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25BBE049-9674-4674-9B88-4EFE1DB64937}"/>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C47CAC58-DCBA-4AC7-9A6B-363AE88017F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6035566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RF and E5 across pool depths">
            <a:extLst xmlns:a="http://schemas.openxmlformats.org/drawingml/2006/main">
              <a:ext uri="{FF2B5EF4-FFF2-40B4-BE49-F238E27FC236}">
                <a16:creationId xmlns:a16="http://schemas.microsoft.com/office/drawing/2014/main" id="{DC52FBE0-0618-4BE6-924C-4D211E41DAF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and E5 across pool depths</a:t>
            </a:r>
          </a:p>
        </p:txBody>
      </p:sp>
      <p:sp>
        <p:nvSpPr>
          <p:cNvPr id="2" name="10">
            <a:extLst xmlns:a="http://schemas.openxmlformats.org/drawingml/2006/main">
              <a:ext uri="{FF2B5EF4-FFF2-40B4-BE49-F238E27FC236}">
                <a16:creationId xmlns:a16="http://schemas.microsoft.com/office/drawing/2014/main" id="{FF9EA346-4D43-419C-9460-4A826440B4D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vs E5. Pool and fusion input depths v">
            <a:extLst xmlns:a="http://schemas.openxmlformats.org/drawingml/2006/main">
              <a:ext uri="{FF2B5EF4-FFF2-40B4-BE49-F238E27FC236}">
                <a16:creationId xmlns:a16="http://schemas.microsoft.com/office/drawing/2014/main" id="{5D21565A-EAFC-4329-A537-815934AAE415}"/>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vs E5. Pool and fusion input depths vary together.</a:t>
            </a:r>
          </a:p>
        </p:txBody>
      </p:sp>
      <p:graphicFrame>
        <p:nvGraphicFramePr>
          <p:cNvPr id="10" name="Chart"/>
          <p:cNvGraphicFramePr/>
          <p:nvPr/>
        </p:nvGraphicFramePr>
        <p:xfrm>
          <a:off xmlns:a="http://schemas.openxmlformats.org/drawingml/2006/main" x="609600" y="2276475"/>
          <a:ext xmlns:a="http://schemas.openxmlformats.org/drawingml/2006/main" cx="10972800" cy="3267075"/>
        </p:xfrm>
        <a:graphic xmlns:a="http://schemas.openxmlformats.org/drawingml/2006/main">
          <a:graphicData uri="http://schemas.openxmlformats.org/drawingml/2006/chart">
            <c:chart xmlns:r="http://schemas.openxmlformats.org/officeDocument/2006/relationships" xmlns:c="http://schemas.openxmlformats.org/drawingml/2006/chart" r:id="R29de8326340c43c1"/>
          </a:graphicData>
        </a:graphic>
      </p:graphicFrame>
      <p:sp>
        <p:nvSpPr>
          <p:cNvPr id="5" name="K = 200: +0.0088   95% CI [0.0082, 0.0095]">
            <a:extLst xmlns:a="http://schemas.openxmlformats.org/drawingml/2006/main">
              <a:ext uri="{FF2B5EF4-FFF2-40B4-BE49-F238E27FC236}">
                <a16:creationId xmlns:a16="http://schemas.microsoft.com/office/drawing/2014/main" id="{A155C9AB-2ED5-413B-B84D-ED8FC25A4843}"/>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6" name="Single-judge pseudo-labels. Mean differences wit">
            <a:extLst xmlns:a="http://schemas.openxmlformats.org/drawingml/2006/main">
              <a:ext uri="{FF2B5EF4-FFF2-40B4-BE49-F238E27FC236}">
                <a16:creationId xmlns:a16="http://schemas.microsoft.com/office/drawing/2014/main" id="{536FAD80-4396-4B0B-BDEC-4E12859E828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Mean differences with 95% paired query-bootstrap intervals.</a:t>
            </a:r>
          </a:p>
        </p:txBody>
      </p:sp>
    </p:spTree>
    <p:extLst>
      <p:ext uri="{BB962C8B-B14F-4D97-AF65-F5344CB8AC3E}">
        <p14:creationId xmlns:p14="http://schemas.microsoft.com/office/powerpoint/2010/main" val="510720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ool coverage can reverse a comparison">
            <a:extLst xmlns:a="http://schemas.openxmlformats.org/drawingml/2006/main">
              <a:ext uri="{FF2B5EF4-FFF2-40B4-BE49-F238E27FC236}">
                <a16:creationId xmlns:a16="http://schemas.microsoft.com/office/drawing/2014/main" id="{135F65D9-0BDC-46BD-9FE3-F949689327B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9094487F-F8D0-4184-9D67-9C3876234AF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rankings remain ">
            <a:extLst xmlns:a="http://schemas.openxmlformats.org/drawingml/2006/main">
              <a:ext uri="{FF2B5EF4-FFF2-40B4-BE49-F238E27FC236}">
                <a16:creationId xmlns:a16="http://schemas.microsoft.com/office/drawing/2014/main" id="{B1B6C27E-93BD-4D65-A4C7-231ADFD9BF64}"/>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rankings remain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e8a1bc92a25a4252"/>
          </a:graphicData>
        </a:graphic>
      </p:graphicFrame>
      <p:sp>
        <p:nvSpPr>
          <p:cNvPr id="5" name="14.4%">
            <a:extLst xmlns:a="http://schemas.openxmlformats.org/drawingml/2006/main">
              <a:ext uri="{FF2B5EF4-FFF2-40B4-BE49-F238E27FC236}">
                <a16:creationId xmlns:a16="http://schemas.microsoft.com/office/drawing/2014/main" id="{0933DBDD-FCFE-4A4D-814A-EE5E17AB2A02}"/>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D0ADC84C-113C-43F5-B1DF-112C22228284}"/>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E624289F-0E1E-4875-8177-41181E07F852}"/>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BDF05847-6DAC-455C-9F6B-1A291BF37A7E}"/>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7F578DC5-7ECE-4405-8068-39F25F77B768}"/>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5910F0C9-33CD-4545-893B-4E2BFD6BD0B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66249140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B4683D29-FBB1-4810-948E-4A62FBEF887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8F6F5FC1-DC11-4D74-AF4C-C64457F44AB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DF3B01DD-F928-4BB3-9696-28569943BB67}"/>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2B672C6-5CE0-4252-9744-622DE822C14B}"/>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725429CE-22DF-4419-8A00-B0E253E17B6A}"/>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80B16976-B82E-4B3B-88CF-31198657970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234071003"/>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3FC35390-D9C9-496F-A78A-8F8222C6AE3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4C6AF2F9-0F5C-4214-849B-B6D1205B721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684E1AFB-9A94-450A-BCB4-12158F0EC6B3}"/>
              </a:ext>
            </a:extLst>
          </p:cNvPr>
          <p:cNvSpPr>
            <a:spLocks xmlns:a="http://schemas.openxmlformats.org/drawingml/2006/main" noGrp="1"/>
          </p:cNvSpPr>
          <p:nvPr/>
        </p:nvSpPr>
        <p:spPr>
          <a:xfrm xmlns:a="http://schemas.openxmlformats.org/drawingml/2006/main">
            <a:off x="609600" y="19621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D2208238-26D9-4362-A60F-EEB71B4D3941}"/>
              </a:ext>
            </a:extLst>
          </p:cNvPr>
          <p:cNvSpPr>
            <a:spLocks xmlns:a="http://schemas.openxmlformats.org/drawingml/2006/main" noGrp="1"/>
          </p:cNvSpPr>
          <p:nvPr/>
        </p:nvSpPr>
        <p:spPr>
          <a:xfrm xmlns:a="http://schemas.openxmlformats.org/drawingml/2006/main">
            <a:off x="609600" y="262890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405AF08A-020D-45A5-8DE3-7DFB06C81CB2}"/>
              </a:ext>
            </a:extLst>
          </p:cNvPr>
          <p:cNvSpPr>
            <a:spLocks xmlns:a="http://schemas.openxmlformats.org/drawingml/2006/main" noGrp="1"/>
          </p:cNvSpPr>
          <p:nvPr/>
        </p:nvSpPr>
        <p:spPr>
          <a:xfrm xmlns:a="http://schemas.openxmlformats.org/drawingml/2006/main">
            <a:off x="609600" y="34575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A39DF88F-A01E-4284-9E76-FBDBF5F6FB5E}"/>
              </a:ext>
            </a:extLst>
          </p:cNvPr>
          <p:cNvSpPr>
            <a:spLocks xmlns:a="http://schemas.openxmlformats.org/drawingml/2006/main" noGrp="1"/>
          </p:cNvSpPr>
          <p:nvPr/>
        </p:nvSpPr>
        <p:spPr>
          <a:xfrm xmlns:a="http://schemas.openxmlformats.org/drawingml/2006/main">
            <a:off x="609600" y="42386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58BA8048-5CF6-4AEE-A15C-B9F61E5EA523}"/>
              </a:ext>
            </a:extLst>
          </p:cNvPr>
          <p:cNvSpPr>
            <a:spLocks xmlns:a="http://schemas.openxmlformats.org/drawingml/2006/main" noGrp="1"/>
          </p:cNvSpPr>
          <p:nvPr/>
        </p:nvSpPr>
        <p:spPr>
          <a:xfrm xmlns:a="http://schemas.openxmlformats.org/drawingml/2006/main">
            <a:off x="609600" y="4619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E3FEE40A-5C47-41FF-ABE1-6847BF66746E}"/>
              </a:ext>
            </a:extLst>
          </p:cNvPr>
          <p:cNvSpPr>
            <a:spLocks xmlns:a="http://schemas.openxmlformats.org/drawingml/2006/main" noGrp="1"/>
          </p:cNvSpPr>
          <p:nvPr/>
        </p:nvSpPr>
        <p:spPr>
          <a:xfrm xmlns:a="http://schemas.openxmlformats.org/drawingml/2006/main">
            <a:off x="609600" y="52482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vidence from selected English MS MARCO candidat">
            <a:extLst xmlns:a="http://schemas.openxmlformats.org/drawingml/2006/main">
              <a:ext uri="{FF2B5EF4-FFF2-40B4-BE49-F238E27FC236}">
                <a16:creationId xmlns:a16="http://schemas.microsoft.com/office/drawing/2014/main" id="{15952DA0-FE8A-44C4-8575-8BB90551A8B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2878021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630B1CB1-9A6E-4F40-AD12-44E79A8A18C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2B5099A9-DCFF-4CE3-AFB3-3813897C416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727B7366-5894-4D01-BEE9-B42F8EE055EA}"/>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0B3C1597-4FB0-457B-BB2E-0E0EB38C240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05808011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B1955CCC-5EDB-45E1-8F00-579FA64905A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C7121F47-16C7-43B6-9408-F9C75AD0BCB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522DD91A-6548-496C-81E7-27E2874DBA99}"/>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5396E791-4EA3-4AE4-BB05-D9392D1BE346}"/>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1FC51918-2A79-4711-BED8-BB6287135A19}"/>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88A15C49-13DB-4082-B85F-28F670D72600}"/>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85EABA59-D123-4F99-9732-718F4F658417}"/>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D04EE5D4-2894-4813-8242-92B6445B2300}"/>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C74649E0-8D51-43B3-9EB5-E93DFC763B5D}"/>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B1A5A450-F339-4046-BDA4-A99B30062D2B}"/>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F2EEA16A-FD43-4868-910B-C73A33F3A41E}"/>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A54AC10D-7BBA-4AF7-A817-A42A26C29BD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24089278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A8089C4C-C5E0-43CB-8244-30BAA0027A3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6574063A-433D-4E76-995D-11E723E9455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59C90E5A-B6C7-4E29-AB86-0FF4CBA044A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187702836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66C4114F-5CB7-4A40-8AEE-B3AA6910EDC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8D3D8EEC-6940-49B0-AC46-5FE49547C9F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B70B7619-098D-4179-970E-A74E1E7EFD18}"/>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E501B1E9-6D33-406D-B997-3E6ECABAD258}"/>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2FDB9258-8D2E-4569-8713-F71FA817ECC8}"/>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8B0C555A-E21B-48C2-9D2F-562F1CA7F8A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120598600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963D6DB9-BF35-43AF-B423-351956710C6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BBEAFB05-B8EC-4FA0-883F-B23A16AA81A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B482F64F-8923-458E-A8AB-6FB1CA3A13B8}"/>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F1D4D0C0-F8A8-45AA-A0B5-B9D4711C0E44}"/>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830CFA59-E391-49D9-A4BB-31381641232C}"/>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433B15E6-0010-41EC-A10B-D1EAF462F0DB}"/>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16CB9B65-86DA-4C3E-B27B-869CB57AAB5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20433865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